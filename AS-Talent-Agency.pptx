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поддержка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таланты по всему миру.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топ-авторы и их суммарный охват. Присутствие на X, TikTok и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поддерживающие: чаттинг, контент-план,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Talent: персональный менеджер, 24/7, аналитика, свобода творчества, любой уровень, глобальный охват.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Сайт: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4.png"/><Relationship Id="rId8" Type="http://schemas.openxmlformats.org/officeDocument/2006/relationships/image" Target="../media/image-3-5.png"/><Relationship Id="rId9" Type="http://schemas.openxmlformats.org/officeDocument/2006/relationships/image" Target="../media/image-3-9.png"/><Relationship Id="rId10" Type="http://schemas.openxmlformats.org/officeDocument/2006/relationships/image" Target="../media/image-3-3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2D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5387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33924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 — «no two creators are alike».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3068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675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52212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5532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60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360920" y="3429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60920" y="452628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47091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5532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pic>
        <p:nvPicPr>
          <p:cNvPr id="4" name="Image 0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396" y="1508760"/>
            <a:ext cx="123444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0976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50976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0299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8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548" y="3598164"/>
            <a:ext cx="173736" cy="1737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871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48" y="3598164"/>
            <a:ext cx="173736" cy="17373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9443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2948" y="3598164"/>
            <a:ext cx="173736" cy="173736"/>
          </a:xfrm>
          <a:prstGeom prst="rect">
            <a:avLst/>
          </a:prstGeom>
        </p:spPr>
      </p:pic>
      <p:pic>
        <p:nvPicPr>
          <p:cNvPr id="13" name="Image 4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9085" y="1508760"/>
            <a:ext cx="1234440" cy="123444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404665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5" name="Text 8"/>
          <p:cNvSpPr/>
          <p:nvPr/>
        </p:nvSpPr>
        <p:spPr>
          <a:xfrm>
            <a:off x="4404665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5712257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7" name="Image 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0837" y="3598164"/>
            <a:ext cx="173736" cy="173736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6169457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037" y="3598164"/>
            <a:ext cx="173736" cy="173736"/>
          </a:xfrm>
          <a:prstGeom prst="rect">
            <a:avLst/>
          </a:prstGeom>
        </p:spPr>
      </p:pic>
      <p:pic>
        <p:nvPicPr>
          <p:cNvPr id="20" name="Image 7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29116" y="1508760"/>
            <a:ext cx="1234440" cy="123444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7854696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500" dirty="0"/>
          </a:p>
        </p:txBody>
      </p:sp>
      <p:sp>
        <p:nvSpPr>
          <p:cNvPr id="22" name="Text 12"/>
          <p:cNvSpPr/>
          <p:nvPr/>
        </p:nvSpPr>
        <p:spPr>
          <a:xfrm>
            <a:off x="7854696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50" dirty="0"/>
          </a:p>
        </p:txBody>
      </p:sp>
      <p:sp>
        <p:nvSpPr>
          <p:cNvPr id="23" name="Shape 13"/>
          <p:cNvSpPr/>
          <p:nvPr/>
        </p:nvSpPr>
        <p:spPr>
          <a:xfrm>
            <a:off x="89336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4" name="Image 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2268" y="3598164"/>
            <a:ext cx="173736" cy="173736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93908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6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9468" y="3598164"/>
            <a:ext cx="173736" cy="173736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98480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16668" y="3598164"/>
            <a:ext cx="173736" cy="173736"/>
          </a:xfrm>
          <a:prstGeom prst="rect">
            <a:avLst/>
          </a:prstGeom>
        </p:spPr>
      </p:pic>
      <p:pic>
        <p:nvPicPr>
          <p:cNvPr id="29" name="Image 11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25396" y="4114800"/>
            <a:ext cx="1234440" cy="123444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950976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500" dirty="0"/>
          </a:p>
        </p:txBody>
      </p:sp>
      <p:sp>
        <p:nvSpPr>
          <p:cNvPr id="31" name="Text 17"/>
          <p:cNvSpPr/>
          <p:nvPr/>
        </p:nvSpPr>
        <p:spPr>
          <a:xfrm>
            <a:off x="950976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50" dirty="0"/>
          </a:p>
        </p:txBody>
      </p:sp>
      <p:sp>
        <p:nvSpPr>
          <p:cNvPr id="32" name="Shape 18"/>
          <p:cNvSpPr/>
          <p:nvPr/>
        </p:nvSpPr>
        <p:spPr>
          <a:xfrm>
            <a:off x="20299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3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8548" y="6204204"/>
            <a:ext cx="173736" cy="173736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24871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55748" y="6204204"/>
            <a:ext cx="173736" cy="173736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9443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12948" y="6204204"/>
            <a:ext cx="173736" cy="173736"/>
          </a:xfrm>
          <a:prstGeom prst="rect">
            <a:avLst/>
          </a:prstGeom>
        </p:spPr>
      </p:pic>
      <p:pic>
        <p:nvPicPr>
          <p:cNvPr id="38" name="Image 15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79085" y="4114800"/>
            <a:ext cx="1234440" cy="1234440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4404665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40" name="Text 22"/>
          <p:cNvSpPr/>
          <p:nvPr/>
        </p:nvSpPr>
        <p:spPr>
          <a:xfrm>
            <a:off x="4404665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50" dirty="0"/>
          </a:p>
        </p:txBody>
      </p:sp>
      <p:sp>
        <p:nvSpPr>
          <p:cNvPr id="41" name="Shape 23"/>
          <p:cNvSpPr/>
          <p:nvPr/>
        </p:nvSpPr>
        <p:spPr>
          <a:xfrm>
            <a:off x="54836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2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52237" y="6204204"/>
            <a:ext cx="173736" cy="173736"/>
          </a:xfrm>
          <a:prstGeom prst="rect">
            <a:avLst/>
          </a:prstGeom>
        </p:spPr>
      </p:pic>
      <p:sp>
        <p:nvSpPr>
          <p:cNvPr id="43" name="Shape 24"/>
          <p:cNvSpPr/>
          <p:nvPr/>
        </p:nvSpPr>
        <p:spPr>
          <a:xfrm>
            <a:off x="59408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09437" y="6204204"/>
            <a:ext cx="173736" cy="173736"/>
          </a:xfrm>
          <a:prstGeom prst="rect">
            <a:avLst/>
          </a:prstGeom>
        </p:spPr>
      </p:pic>
      <p:sp>
        <p:nvSpPr>
          <p:cNvPr id="45" name="Shape 25"/>
          <p:cNvSpPr/>
          <p:nvPr/>
        </p:nvSpPr>
        <p:spPr>
          <a:xfrm>
            <a:off x="63980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66637" y="6204204"/>
            <a:ext cx="173736" cy="173736"/>
          </a:xfrm>
          <a:prstGeom prst="rect">
            <a:avLst/>
          </a:prstGeom>
        </p:spPr>
      </p:pic>
      <p:pic>
        <p:nvPicPr>
          <p:cNvPr id="47" name="Image 19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29116" y="4114800"/>
            <a:ext cx="1234440" cy="1234440"/>
          </a:xfrm>
          <a:prstGeom prst="rect">
            <a:avLst/>
          </a:prstGeom>
        </p:spPr>
      </p:pic>
      <p:sp>
        <p:nvSpPr>
          <p:cNvPr id="48" name="Text 26"/>
          <p:cNvSpPr/>
          <p:nvPr/>
        </p:nvSpPr>
        <p:spPr>
          <a:xfrm>
            <a:off x="7854696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49" name="Text 27"/>
          <p:cNvSpPr/>
          <p:nvPr/>
        </p:nvSpPr>
        <p:spPr>
          <a:xfrm>
            <a:off x="7854696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50" dirty="0"/>
          </a:p>
        </p:txBody>
      </p:sp>
      <p:sp>
        <p:nvSpPr>
          <p:cNvPr id="50" name="Shape 28"/>
          <p:cNvSpPr/>
          <p:nvPr/>
        </p:nvSpPr>
        <p:spPr>
          <a:xfrm>
            <a:off x="89336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1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002268" y="6204204"/>
            <a:ext cx="173736" cy="173736"/>
          </a:xfrm>
          <a:prstGeom prst="rect">
            <a:avLst/>
          </a:prstGeom>
        </p:spPr>
      </p:pic>
      <p:sp>
        <p:nvSpPr>
          <p:cNvPr id="52" name="Shape 29"/>
          <p:cNvSpPr/>
          <p:nvPr/>
        </p:nvSpPr>
        <p:spPr>
          <a:xfrm>
            <a:off x="93908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59468" y="6204204"/>
            <a:ext cx="173736" cy="173736"/>
          </a:xfrm>
          <a:prstGeom prst="rect">
            <a:avLst/>
          </a:prstGeom>
        </p:spPr>
      </p:pic>
      <p:sp>
        <p:nvSpPr>
          <p:cNvPr id="54" name="Shape 30"/>
          <p:cNvSpPr/>
          <p:nvPr/>
        </p:nvSpPr>
        <p:spPr>
          <a:xfrm>
            <a:off x="98480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916668" y="6204204"/>
            <a:ext cx="173736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518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518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518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562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566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5566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5566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7610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9614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9614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9614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514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18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351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562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166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1" name="Text 19"/>
          <p:cNvSpPr/>
          <p:nvPr/>
        </p:nvSpPr>
        <p:spPr>
          <a:xfrm>
            <a:off x="499399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7610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3214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4" name="Text 22"/>
          <p:cNvSpPr/>
          <p:nvPr/>
        </p:nvSpPr>
        <p:spPr>
          <a:xfrm>
            <a:off x="883447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4000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33M+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4000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audience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4000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Суммарная аудитория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43504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creators featured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43504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Топ-авторов в подборке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33008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33008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2512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122512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22512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888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4040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4040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3544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3544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3048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3048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42552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42552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2026-08-13T21:56:30Z</dcterms:created>
  <dcterms:modified xsi:type="dcterms:W3CDTF">2026-08-13T21:56:30Z</dcterms:modified>
</cp:coreProperties>
</file>