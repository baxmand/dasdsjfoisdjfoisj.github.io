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Обложка. AS Talent Agency — агентство полного цикла: таланты, соцсети, OnlyFans, 24/7.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Кто мы: агентство полного цикла, 3+ года, индивидуальный подход, глобальный ростер.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Избранные креаторы агентства (часть ростера из 150+ креаторов). X, TikTok, Instagram.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ключевые услуги + поддерживающие сервисы.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Ключевые цифры и социальное доказательство.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Процесс из 4 шагов: онбординг, стратегия, контент и соцсети, рост и удержание.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Преимущества AS Talent.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Контакты и призыв к действию. astalentagency.com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3.png"/><Relationship Id="rId8" Type="http://schemas.openxmlformats.org/officeDocument/2006/relationships/image" Target="../media/image-3-4.png"/><Relationship Id="rId9" Type="http://schemas.openxmlformats.org/officeDocument/2006/relationships/image" Target="../media/image-3-5.png"/><Relationship Id="rId10" Type="http://schemas.openxmlformats.org/officeDocument/2006/relationships/image" Target="../media/image-3-10.png"/><Relationship Id="rId11" Type="http://schemas.openxmlformats.org/officeDocument/2006/relationships/image" Target="../media/image-3-4.png"/><Relationship Id="rId12" Type="http://schemas.openxmlformats.org/officeDocument/2006/relationships/image" Target="../media/image-3-5.png"/><Relationship Id="rId13" Type="http://schemas.openxmlformats.org/officeDocument/2006/relationships/image" Target="../media/image-3-13.png"/><Relationship Id="rId14" Type="http://schemas.openxmlformats.org/officeDocument/2006/relationships/image" Target="../media/image-3-3.png"/><Relationship Id="rId15" Type="http://schemas.openxmlformats.org/officeDocument/2006/relationships/image" Target="../media/image-3-4.png"/><Relationship Id="rId16" Type="http://schemas.openxmlformats.org/officeDocument/2006/relationships/image" Target="../media/image-3-5.png"/><Relationship Id="rId17" Type="http://schemas.openxmlformats.org/officeDocument/2006/relationships/image" Target="../media/image-3-17.png"/><Relationship Id="rId18" Type="http://schemas.openxmlformats.org/officeDocument/2006/relationships/image" Target="../media/image-3-3.png"/><Relationship Id="rId19" Type="http://schemas.openxmlformats.org/officeDocument/2006/relationships/image" Target="../media/image-3-4.png"/><Relationship Id="rId20" Type="http://schemas.openxmlformats.org/officeDocument/2006/relationships/image" Target="../media/image-3-5.png"/><Relationship Id="rId21" Type="http://schemas.openxmlformats.org/officeDocument/2006/relationships/image" Target="../media/image-3-21.png"/><Relationship Id="rId22" Type="http://schemas.openxmlformats.org/officeDocument/2006/relationships/image" Target="../media/image-3-3.png"/><Relationship Id="rId23" Type="http://schemas.openxmlformats.org/officeDocument/2006/relationships/image" Target="../media/image-3-4.png"/><Relationship Id="rId24" Type="http://schemas.openxmlformats.org/officeDocument/2006/relationships/image" Target="../media/image-3-5.png"/><Relationship Id="rId25" Type="http://schemas.openxmlformats.org/officeDocument/2006/relationships/image" Target="../media/image-3-25.png"/><Relationship Id="rId26" Type="http://schemas.openxmlformats.org/officeDocument/2006/relationships/image" Target="../media/image-3-3.png"/><Relationship Id="rId27" Type="http://schemas.openxmlformats.org/officeDocument/2006/relationships/image" Target="../media/image-3-4.png"/><Relationship Id="rId28" Type="http://schemas.openxmlformats.org/officeDocument/2006/relationships/image" Target="../media/image-3-5.png"/><Relationship Id="rId29" Type="http://schemas.openxmlformats.org/officeDocument/2006/relationships/image" Target="../media/image-3-29.png"/><Relationship Id="rId30" Type="http://schemas.openxmlformats.org/officeDocument/2006/relationships/image" Target="../media/image-3-3.png"/><Relationship Id="rId31" Type="http://schemas.openxmlformats.org/officeDocument/2006/relationships/image" Target="../media/image-3-4.png"/><Relationship Id="rId32" Type="http://schemas.openxmlformats.org/officeDocument/2006/relationships/image" Target="../media/image-3-5.png"/><Relationship Id="rId33" Type="http://schemas.openxmlformats.org/officeDocument/2006/relationships/slideLayout" Target="../slideLayouts/slideLayout1.xml"/><Relationship Id="rId3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2435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1188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 ·  SOCIAL MEDIA  ·  ONLYFANS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1600200"/>
            <a:ext cx="100584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</a:t>
            </a:r>
            <a:endParaRPr lang="en-US" sz="6800" dirty="0"/>
          </a:p>
        </p:txBody>
      </p:sp>
      <p:sp>
        <p:nvSpPr>
          <p:cNvPr id="5" name="Text 3"/>
          <p:cNvSpPr/>
          <p:nvPr/>
        </p:nvSpPr>
        <p:spPr>
          <a:xfrm>
            <a:off x="804672" y="2697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</a:t>
            </a:r>
            <a:pPr algn="l" indent="0" marL="0">
              <a:buNone/>
            </a:pPr>
            <a:r>
              <a:rPr lang="en-US" sz="3000" b="1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/   </a:t>
            </a:r>
            <a:pPr algn="l" indent="0" marL="0">
              <a:buNone/>
            </a:pPr>
            <a:r>
              <a:rPr lang="en-US" sz="3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822960" y="3703320"/>
            <a:ext cx="7863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талантами, соцсетями и OnlyFans — 24/7.</a:t>
            </a:r>
            <a:endParaRPr lang="en-US" sz="17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70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Helping creators unlock their true potential.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6126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OnlyFans · Instagram · TikTok · X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WE ARE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Кто мы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5852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Talent — ведущее агентство по маркетингу и менеджменту OnlyFans. Более 3 лет мы помогаем авторам раскрыть потенциал и кратно увеличить доход. Мы берём на себя весь бизнес — от стратегии и соцсетей до общения с фанатами — а автор фокусируется на контенте.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34198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Personalized strategy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37490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Индивидуальная стратегия под каждого автора.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58368" y="4498848"/>
            <a:ext cx="146304" cy="14630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43342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Full-cycle management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46634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Управление под ключ: контент, соцсети, чаттинг, аналитика.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5413248"/>
            <a:ext cx="146304" cy="146304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5248656"/>
            <a:ext cx="5440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roster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5577840"/>
            <a:ext cx="5440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топ-моделями и блогерами по всему миру.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7040880" y="1783080"/>
            <a:ext cx="4526280" cy="4206240"/>
          </a:xfrm>
          <a:prstGeom prst="roundRect">
            <a:avLst>
              <a:gd name="adj" fmla="val 2826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2148840"/>
            <a:ext cx="3931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“No two creators</a:t>
            </a:r>
            <a:endParaRPr lang="en-US" sz="27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are alike.”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7360920" y="3474720"/>
            <a:ext cx="3931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dirty="0">
                <a:solidFill>
                  <a:srgbClr val="BEBE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Мы не используем шаблонные решения — стратегия строится под бренд и цели каждого автора.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7360920" y="4572000"/>
            <a:ext cx="3886200" cy="0"/>
          </a:xfrm>
          <a:prstGeom prst="line">
            <a:avLst/>
          </a:prstGeom>
          <a:noFill/>
          <a:ln w="9525">
            <a:solidFill>
              <a:srgbClr val="FFFFFF">
                <a:alpha val="18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60920" y="4754880"/>
            <a:ext cx="3931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i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количество подписчиков удвоилось, а доход вырос втрое.»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360920" y="557784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отзыв автора / creator testimonial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1206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4572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TALENT  /  НАШИ ТАЛАНТЫ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49808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Superpowers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400800" y="932688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50" b="1" spc="5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 ·  150+ CREATORS ON ROSTER</a:t>
            </a:r>
            <a:endParaRPr lang="en-US" sz="1150" dirty="0"/>
          </a:p>
          <a:p>
            <a:pPr algn="r" indent="0" marL="0">
              <a:lnSpc>
                <a:spcPct val="115000"/>
              </a:lnSpc>
              <a:buNone/>
            </a:pPr>
            <a:r>
              <a:rPr lang="en-US" sz="1150" b="1" spc="5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Избранные — часть ростера из 150+ креаторов</a:t>
            </a:r>
            <a:endParaRPr lang="en-US" sz="1150" dirty="0"/>
          </a:p>
        </p:txBody>
      </p:sp>
      <p:pic>
        <p:nvPicPr>
          <p:cNvPr id="6" name="Image 0" descr="/tmp/claude-0/-home-user-dasdsjfoisdjfoisj-github-io/f756b5b4-9ba5-5f42-afc2-0aa030ec1623/scratchpad/asdeck/assets/av-elizabet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5402" y="1417320"/>
            <a:ext cx="1051560" cy="1051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ELIZABETH ANOKHINA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22960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45M FOLLOWERS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160168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0" name="Image 1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61122" y="3396996"/>
            <a:ext cx="155448" cy="15544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200402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2" name="Image 2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63458" y="3396996"/>
            <a:ext cx="155448" cy="155448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240635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4" name="Image 3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65794" y="3396996"/>
            <a:ext cx="155448" cy="155448"/>
          </a:xfrm>
          <a:prstGeom prst="rect">
            <a:avLst/>
          </a:prstGeom>
        </p:spPr>
      </p:pic>
      <p:pic>
        <p:nvPicPr>
          <p:cNvPr id="15" name="Image 4" descr="/tmp/claude-0/-home-user-dasdsjfoisdjfoisj-github-io/f756b5b4-9ba5-5f42-afc2-0aa030ec1623/scratchpad/asdeck/assets/av-eli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1846" y="1417320"/>
            <a:ext cx="1051560" cy="1051560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3459404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 VASILENKO</a:t>
            </a:r>
            <a:endParaRPr lang="en-US" sz="1300" dirty="0"/>
          </a:p>
        </p:txBody>
      </p:sp>
      <p:sp>
        <p:nvSpPr>
          <p:cNvPr id="17" name="Text 10"/>
          <p:cNvSpPr/>
          <p:nvPr/>
        </p:nvSpPr>
        <p:spPr>
          <a:xfrm>
            <a:off x="3459404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10.5M FOLLOWERS</a:t>
            </a:r>
            <a:endParaRPr lang="en-US" sz="1000" dirty="0"/>
          </a:p>
        </p:txBody>
      </p:sp>
      <p:sp>
        <p:nvSpPr>
          <p:cNvPr id="18" name="Shape 11"/>
          <p:cNvSpPr/>
          <p:nvPr/>
        </p:nvSpPr>
        <p:spPr>
          <a:xfrm>
            <a:off x="4238130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19" name="Image 5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97566" y="3396996"/>
            <a:ext cx="155448" cy="15544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640466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1" name="Image 6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99902" y="3396996"/>
            <a:ext cx="155448" cy="155448"/>
          </a:xfrm>
          <a:prstGeom prst="rect">
            <a:avLst/>
          </a:prstGeom>
        </p:spPr>
      </p:pic>
      <p:sp>
        <p:nvSpPr>
          <p:cNvPr id="22" name="Shape 13"/>
          <p:cNvSpPr/>
          <p:nvPr/>
        </p:nvSpPr>
        <p:spPr>
          <a:xfrm>
            <a:off x="5042802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3" name="Image 7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102238" y="3396996"/>
            <a:ext cx="155448" cy="155448"/>
          </a:xfrm>
          <a:prstGeom prst="rect">
            <a:avLst/>
          </a:prstGeom>
        </p:spPr>
      </p:pic>
      <p:pic>
        <p:nvPicPr>
          <p:cNvPr id="24" name="Image 8" descr="/tmp/claude-0/-home-user-dasdsjfoisdjfoisj-github-io/f756b5b4-9ba5-5f42-afc2-0aa030ec1623/scratchpad/asdeck/assets/av-caprice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88289" y="1417320"/>
            <a:ext cx="1051560" cy="1051560"/>
          </a:xfrm>
          <a:prstGeom prst="rect">
            <a:avLst/>
          </a:prstGeom>
        </p:spPr>
      </p:pic>
      <p:sp>
        <p:nvSpPr>
          <p:cNvPr id="25" name="Text 14"/>
          <p:cNvSpPr/>
          <p:nvPr/>
        </p:nvSpPr>
        <p:spPr>
          <a:xfrm>
            <a:off x="6095848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LITTLE CAPRICE</a:t>
            </a:r>
            <a:endParaRPr lang="en-US" sz="1300" dirty="0"/>
          </a:p>
        </p:txBody>
      </p:sp>
      <p:sp>
        <p:nvSpPr>
          <p:cNvPr id="26" name="Text 15"/>
          <p:cNvSpPr/>
          <p:nvPr/>
        </p:nvSpPr>
        <p:spPr>
          <a:xfrm>
            <a:off x="6095848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11M FOLLOWERS</a:t>
            </a:r>
            <a:endParaRPr lang="en-US" sz="1000" dirty="0"/>
          </a:p>
        </p:txBody>
      </p:sp>
      <p:sp>
        <p:nvSpPr>
          <p:cNvPr id="27" name="Shape 16"/>
          <p:cNvSpPr/>
          <p:nvPr/>
        </p:nvSpPr>
        <p:spPr>
          <a:xfrm>
            <a:off x="7075741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28" name="Image 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135178" y="3396996"/>
            <a:ext cx="155448" cy="155448"/>
          </a:xfrm>
          <a:prstGeom prst="rect">
            <a:avLst/>
          </a:prstGeom>
        </p:spPr>
      </p:pic>
      <p:sp>
        <p:nvSpPr>
          <p:cNvPr id="29" name="Shape 17"/>
          <p:cNvSpPr/>
          <p:nvPr/>
        </p:nvSpPr>
        <p:spPr>
          <a:xfrm>
            <a:off x="7478078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0" name="Image 1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537513" y="3396996"/>
            <a:ext cx="155448" cy="155448"/>
          </a:xfrm>
          <a:prstGeom prst="rect">
            <a:avLst/>
          </a:prstGeom>
        </p:spPr>
      </p:pic>
      <p:pic>
        <p:nvPicPr>
          <p:cNvPr id="31" name="Image 11" descr="/tmp/claude-0/-home-user-dasdsjfoisdjfoisj-github-io/f756b5b4-9ba5-5f42-afc2-0aa030ec1623/scratchpad/asdeck/assets/av-macca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524733" y="1417320"/>
            <a:ext cx="1051560" cy="1051560"/>
          </a:xfrm>
          <a:prstGeom prst="rect">
            <a:avLst/>
          </a:prstGeom>
        </p:spPr>
      </p:pic>
      <p:sp>
        <p:nvSpPr>
          <p:cNvPr id="32" name="Text 18"/>
          <p:cNvSpPr/>
          <p:nvPr/>
        </p:nvSpPr>
        <p:spPr>
          <a:xfrm>
            <a:off x="8732291" y="251460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MACCA</a:t>
            </a:r>
            <a:endParaRPr lang="en-US" sz="1300" dirty="0"/>
          </a:p>
        </p:txBody>
      </p:sp>
      <p:sp>
        <p:nvSpPr>
          <p:cNvPr id="33" name="Text 19"/>
          <p:cNvSpPr/>
          <p:nvPr/>
        </p:nvSpPr>
        <p:spPr>
          <a:xfrm>
            <a:off x="8732291" y="301752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1.5M FOLLOWERS</a:t>
            </a:r>
            <a:endParaRPr lang="en-US" sz="1000" dirty="0"/>
          </a:p>
        </p:txBody>
      </p:sp>
      <p:sp>
        <p:nvSpPr>
          <p:cNvPr id="34" name="Shape 20"/>
          <p:cNvSpPr/>
          <p:nvPr/>
        </p:nvSpPr>
        <p:spPr>
          <a:xfrm>
            <a:off x="9511017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5" name="Image 12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570453" y="3396996"/>
            <a:ext cx="155448" cy="155448"/>
          </a:xfrm>
          <a:prstGeom prst="rect">
            <a:avLst/>
          </a:prstGeom>
        </p:spPr>
      </p:pic>
      <p:sp>
        <p:nvSpPr>
          <p:cNvPr id="36" name="Shape 21"/>
          <p:cNvSpPr/>
          <p:nvPr/>
        </p:nvSpPr>
        <p:spPr>
          <a:xfrm>
            <a:off x="9913353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7" name="Image 13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972789" y="3396996"/>
            <a:ext cx="155448" cy="155448"/>
          </a:xfrm>
          <a:prstGeom prst="rect">
            <a:avLst/>
          </a:prstGeom>
        </p:spPr>
      </p:pic>
      <p:sp>
        <p:nvSpPr>
          <p:cNvPr id="38" name="Shape 22"/>
          <p:cNvSpPr/>
          <p:nvPr/>
        </p:nvSpPr>
        <p:spPr>
          <a:xfrm>
            <a:off x="10315689" y="333756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39" name="Image 14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375125" y="3396996"/>
            <a:ext cx="155448" cy="155448"/>
          </a:xfrm>
          <a:prstGeom prst="rect">
            <a:avLst/>
          </a:prstGeom>
        </p:spPr>
      </p:pic>
      <p:pic>
        <p:nvPicPr>
          <p:cNvPr id="40" name="Image 15" descr="/tmp/claude-0/-home-user-dasdsjfoisdjfoisj-github-io/f756b5b4-9ba5-5f42-afc2-0aa030ec1623/scratchpad/asdeck/assets/av-kuri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615402" y="3977640"/>
            <a:ext cx="1051560" cy="1051560"/>
          </a:xfrm>
          <a:prstGeom prst="rect">
            <a:avLst/>
          </a:prstGeom>
        </p:spPr>
      </p:pic>
      <p:sp>
        <p:nvSpPr>
          <p:cNvPr id="41" name="Text 23"/>
          <p:cNvSpPr/>
          <p:nvPr/>
        </p:nvSpPr>
        <p:spPr>
          <a:xfrm>
            <a:off x="822960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KURI EMI</a:t>
            </a:r>
            <a:endParaRPr lang="en-US" sz="1300" dirty="0"/>
          </a:p>
        </p:txBody>
      </p:sp>
      <p:sp>
        <p:nvSpPr>
          <p:cNvPr id="42" name="Text 24"/>
          <p:cNvSpPr/>
          <p:nvPr/>
        </p:nvSpPr>
        <p:spPr>
          <a:xfrm>
            <a:off x="822960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2.5M FOLLOWERS</a:t>
            </a:r>
            <a:endParaRPr lang="en-US" sz="1000" dirty="0"/>
          </a:p>
        </p:txBody>
      </p:sp>
      <p:sp>
        <p:nvSpPr>
          <p:cNvPr id="43" name="Shape 25"/>
          <p:cNvSpPr/>
          <p:nvPr/>
        </p:nvSpPr>
        <p:spPr>
          <a:xfrm>
            <a:off x="160168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4" name="Image 16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661122" y="5957316"/>
            <a:ext cx="155448" cy="155448"/>
          </a:xfrm>
          <a:prstGeom prst="rect">
            <a:avLst/>
          </a:prstGeom>
        </p:spPr>
      </p:pic>
      <p:sp>
        <p:nvSpPr>
          <p:cNvPr id="45" name="Shape 26"/>
          <p:cNvSpPr/>
          <p:nvPr/>
        </p:nvSpPr>
        <p:spPr>
          <a:xfrm>
            <a:off x="200402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6" name="Image 17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2063458" y="5957316"/>
            <a:ext cx="155448" cy="155448"/>
          </a:xfrm>
          <a:prstGeom prst="rect">
            <a:avLst/>
          </a:prstGeom>
        </p:spPr>
      </p:pic>
      <p:sp>
        <p:nvSpPr>
          <p:cNvPr id="47" name="Shape 27"/>
          <p:cNvSpPr/>
          <p:nvPr/>
        </p:nvSpPr>
        <p:spPr>
          <a:xfrm>
            <a:off x="2406358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48" name="Image 18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2465794" y="5957316"/>
            <a:ext cx="155448" cy="155448"/>
          </a:xfrm>
          <a:prstGeom prst="rect">
            <a:avLst/>
          </a:prstGeom>
        </p:spPr>
      </p:pic>
      <p:pic>
        <p:nvPicPr>
          <p:cNvPr id="49" name="Image 19" descr="/tmp/claude-0/-home-user-dasdsjfoisdjfoisj-github-io/f756b5b4-9ba5-5f42-afc2-0aa030ec1623/scratchpad/asdeck/assets/av-qimmah.pn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4251846" y="3977640"/>
            <a:ext cx="1051560" cy="1051560"/>
          </a:xfrm>
          <a:prstGeom prst="rect">
            <a:avLst/>
          </a:prstGeom>
        </p:spPr>
      </p:pic>
      <p:sp>
        <p:nvSpPr>
          <p:cNvPr id="50" name="Text 28"/>
          <p:cNvSpPr/>
          <p:nvPr/>
        </p:nvSpPr>
        <p:spPr>
          <a:xfrm>
            <a:off x="3459404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QIMMAH RUSSO</a:t>
            </a:r>
            <a:endParaRPr lang="en-US" sz="1300" dirty="0"/>
          </a:p>
        </p:txBody>
      </p:sp>
      <p:sp>
        <p:nvSpPr>
          <p:cNvPr id="51" name="Text 29"/>
          <p:cNvSpPr/>
          <p:nvPr/>
        </p:nvSpPr>
        <p:spPr>
          <a:xfrm>
            <a:off x="3459404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5M FOLLOWERS</a:t>
            </a:r>
            <a:endParaRPr lang="en-US" sz="1000" dirty="0"/>
          </a:p>
        </p:txBody>
      </p:sp>
      <p:sp>
        <p:nvSpPr>
          <p:cNvPr id="52" name="Shape 30"/>
          <p:cNvSpPr/>
          <p:nvPr/>
        </p:nvSpPr>
        <p:spPr>
          <a:xfrm>
            <a:off x="423813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3" name="Image 20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4297566" y="5957316"/>
            <a:ext cx="155448" cy="155448"/>
          </a:xfrm>
          <a:prstGeom prst="rect">
            <a:avLst/>
          </a:prstGeom>
        </p:spPr>
      </p:pic>
      <p:sp>
        <p:nvSpPr>
          <p:cNvPr id="54" name="Shape 31"/>
          <p:cNvSpPr/>
          <p:nvPr/>
        </p:nvSpPr>
        <p:spPr>
          <a:xfrm>
            <a:off x="464046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5" name="Image 21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4699902" y="5957316"/>
            <a:ext cx="155448" cy="155448"/>
          </a:xfrm>
          <a:prstGeom prst="rect">
            <a:avLst/>
          </a:prstGeom>
        </p:spPr>
      </p:pic>
      <p:sp>
        <p:nvSpPr>
          <p:cNvPr id="56" name="Shape 32"/>
          <p:cNvSpPr/>
          <p:nvPr/>
        </p:nvSpPr>
        <p:spPr>
          <a:xfrm>
            <a:off x="5042802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57" name="Image 22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102238" y="5957316"/>
            <a:ext cx="155448" cy="155448"/>
          </a:xfrm>
          <a:prstGeom prst="rect">
            <a:avLst/>
          </a:prstGeom>
        </p:spPr>
      </p:pic>
      <p:pic>
        <p:nvPicPr>
          <p:cNvPr id="58" name="Image 23" descr="/tmp/claude-0/-home-user-dasdsjfoisdjfoisj-github-io/f756b5b4-9ba5-5f42-afc2-0aa030ec1623/scratchpad/asdeck/assets/av-chloe.png">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6888289" y="3977640"/>
            <a:ext cx="1051560" cy="1051560"/>
          </a:xfrm>
          <a:prstGeom prst="rect">
            <a:avLst/>
          </a:prstGeom>
        </p:spPr>
      </p:pic>
      <p:sp>
        <p:nvSpPr>
          <p:cNvPr id="59" name="Text 33"/>
          <p:cNvSpPr/>
          <p:nvPr/>
        </p:nvSpPr>
        <p:spPr>
          <a:xfrm>
            <a:off x="6095848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CHLOE AMOUR</a:t>
            </a:r>
            <a:endParaRPr lang="en-US" sz="1300" dirty="0"/>
          </a:p>
        </p:txBody>
      </p:sp>
      <p:sp>
        <p:nvSpPr>
          <p:cNvPr id="60" name="Text 34"/>
          <p:cNvSpPr/>
          <p:nvPr/>
        </p:nvSpPr>
        <p:spPr>
          <a:xfrm>
            <a:off x="6095848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2.4M FOLLOWERS</a:t>
            </a:r>
            <a:endParaRPr lang="en-US" sz="1000" dirty="0"/>
          </a:p>
        </p:txBody>
      </p:sp>
      <p:sp>
        <p:nvSpPr>
          <p:cNvPr id="61" name="Shape 35"/>
          <p:cNvSpPr/>
          <p:nvPr/>
        </p:nvSpPr>
        <p:spPr>
          <a:xfrm>
            <a:off x="6874574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2" name="Image 24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6934010" y="5957316"/>
            <a:ext cx="155448" cy="155448"/>
          </a:xfrm>
          <a:prstGeom prst="rect">
            <a:avLst/>
          </a:prstGeom>
        </p:spPr>
      </p:pic>
      <p:sp>
        <p:nvSpPr>
          <p:cNvPr id="63" name="Shape 36"/>
          <p:cNvSpPr/>
          <p:nvPr/>
        </p:nvSpPr>
        <p:spPr>
          <a:xfrm>
            <a:off x="7276910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4" name="Image 25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27"/>
          <a:stretch>
            <a:fillRect/>
          </a:stretch>
        </p:blipFill>
        <p:spPr>
          <a:xfrm>
            <a:off x="7336346" y="5957316"/>
            <a:ext cx="155448" cy="155448"/>
          </a:xfrm>
          <a:prstGeom prst="rect">
            <a:avLst/>
          </a:prstGeom>
        </p:spPr>
      </p:pic>
      <p:sp>
        <p:nvSpPr>
          <p:cNvPr id="65" name="Shape 37"/>
          <p:cNvSpPr/>
          <p:nvPr/>
        </p:nvSpPr>
        <p:spPr>
          <a:xfrm>
            <a:off x="7679246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66" name="Image 26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28"/>
          <a:stretch>
            <a:fillRect/>
          </a:stretch>
        </p:blipFill>
        <p:spPr>
          <a:xfrm>
            <a:off x="7738682" y="5957316"/>
            <a:ext cx="155448" cy="155448"/>
          </a:xfrm>
          <a:prstGeom prst="rect">
            <a:avLst/>
          </a:prstGeom>
        </p:spPr>
      </p:pic>
      <p:pic>
        <p:nvPicPr>
          <p:cNvPr id="67" name="Image 27" descr="/tmp/claude-0/-home-user-dasdsjfoisdjfoisj-github-io/f756b5b4-9ba5-5f42-afc2-0aa030ec1623/scratchpad/asdeck/assets/av-zlata.png">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9524733" y="3977640"/>
            <a:ext cx="1051560" cy="1051560"/>
          </a:xfrm>
          <a:prstGeom prst="rect">
            <a:avLst/>
          </a:prstGeom>
        </p:spPr>
      </p:pic>
      <p:sp>
        <p:nvSpPr>
          <p:cNvPr id="68" name="Text 38"/>
          <p:cNvSpPr/>
          <p:nvPr/>
        </p:nvSpPr>
        <p:spPr>
          <a:xfrm>
            <a:off x="8732291" y="5074920"/>
            <a:ext cx="2636444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3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ZLATA SHARVAROK</a:t>
            </a:r>
            <a:endParaRPr lang="en-US" sz="1300" dirty="0"/>
          </a:p>
        </p:txBody>
      </p:sp>
      <p:sp>
        <p:nvSpPr>
          <p:cNvPr id="69" name="Text 39"/>
          <p:cNvSpPr/>
          <p:nvPr/>
        </p:nvSpPr>
        <p:spPr>
          <a:xfrm>
            <a:off x="8732291" y="5577840"/>
            <a:ext cx="263644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1M FOLLOWERS</a:t>
            </a:r>
            <a:endParaRPr lang="en-US" sz="1000" dirty="0"/>
          </a:p>
        </p:txBody>
      </p:sp>
      <p:sp>
        <p:nvSpPr>
          <p:cNvPr id="70" name="Shape 40"/>
          <p:cNvSpPr/>
          <p:nvPr/>
        </p:nvSpPr>
        <p:spPr>
          <a:xfrm>
            <a:off x="9511017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1" name="Image 28" descr="/tmp/claude-0/-home-user-dasdsjfoisdjfoisj-github-io/f756b5b4-9ba5-5f42-afc2-0aa030ec1623/scratchpad/asdeck/assets/ic-x.png">    </p:cNvPr>
          <p:cNvPicPr>
            <a:picLocks noChangeAspect="1"/>
          </p:cNvPicPr>
          <p:nvPr/>
        </p:nvPicPr>
        <p:blipFill>
          <a:blip r:embed="rId30"/>
          <a:stretch>
            <a:fillRect/>
          </a:stretch>
        </p:blipFill>
        <p:spPr>
          <a:xfrm>
            <a:off x="9570453" y="5957316"/>
            <a:ext cx="155448" cy="155448"/>
          </a:xfrm>
          <a:prstGeom prst="rect">
            <a:avLst/>
          </a:prstGeom>
        </p:spPr>
      </p:pic>
      <p:sp>
        <p:nvSpPr>
          <p:cNvPr id="72" name="Shape 41"/>
          <p:cNvSpPr/>
          <p:nvPr/>
        </p:nvSpPr>
        <p:spPr>
          <a:xfrm>
            <a:off x="9913353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3" name="Image 29" descr="/tmp/claude-0/-home-user-dasdsjfoisdjfoisj-github-io/f756b5b4-9ba5-5f42-afc2-0aa030ec1623/scratchpad/asdeck/assets/ic-tiktok.png">    </p:cNvPr>
          <p:cNvPicPr>
            <a:picLocks noChangeAspect="1"/>
          </p:cNvPicPr>
          <p:nvPr/>
        </p:nvPicPr>
        <p:blipFill>
          <a:blip r:embed="rId31"/>
          <a:stretch>
            <a:fillRect/>
          </a:stretch>
        </p:blipFill>
        <p:spPr>
          <a:xfrm>
            <a:off x="9972789" y="5957316"/>
            <a:ext cx="155448" cy="155448"/>
          </a:xfrm>
          <a:prstGeom prst="rect">
            <a:avLst/>
          </a:prstGeom>
        </p:spPr>
      </p:pic>
      <p:sp>
        <p:nvSpPr>
          <p:cNvPr id="74" name="Shape 42"/>
          <p:cNvSpPr/>
          <p:nvPr/>
        </p:nvSpPr>
        <p:spPr>
          <a:xfrm>
            <a:off x="10315689" y="5897880"/>
            <a:ext cx="274320" cy="274320"/>
          </a:xfrm>
          <a:prstGeom prst="ellipse">
            <a:avLst/>
          </a:prstGeom>
          <a:solidFill>
            <a:srgbClr val="F2F2F2"/>
          </a:solidFill>
          <a:ln/>
        </p:spPr>
      </p:sp>
      <p:pic>
        <p:nvPicPr>
          <p:cNvPr id="75" name="Image 30" descr="/tmp/claude-0/-home-user-dasdsjfoisdjfoisj-github-io/f756b5b4-9ba5-5f42-afc2-0aa030ec1623/scratchpad/asdeck/assets/ic-instagram.png">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10375125" y="5957316"/>
            <a:ext cx="155448" cy="1554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DO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Услуги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95148" y="1828800"/>
            <a:ext cx="3520440" cy="2880360"/>
          </a:xfrm>
          <a:prstGeom prst="roundRect">
            <a:avLst>
              <a:gd name="adj" fmla="val 412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15188" y="2148840"/>
            <a:ext cx="603504" cy="603504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5188" y="21305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15188" y="292608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OnlyFans Coverage</a:t>
            </a:r>
            <a:endParaRPr lang="en-US" sz="1750" dirty="0"/>
          </a:p>
        </p:txBody>
      </p:sp>
      <p:sp>
        <p:nvSpPr>
          <p:cNvPr id="9" name="Text 7"/>
          <p:cNvSpPr/>
          <p:nvPr/>
        </p:nvSpPr>
        <p:spPr>
          <a:xfrm>
            <a:off x="815188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Круглосуточное ведение OnlyFans: чаттинг, продажи, удержание и апселлы. Персональный менеджер у каждого автора.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35628" y="1828800"/>
            <a:ext cx="3520440" cy="2880360"/>
          </a:xfrm>
          <a:prstGeom prst="roundRect">
            <a:avLst>
              <a:gd name="adj" fmla="val 412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55668" y="2148840"/>
            <a:ext cx="603504" cy="603504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5668" y="21305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655668" y="292608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Social Media Management</a:t>
            </a:r>
            <a:endParaRPr lang="en-US" sz="1750" dirty="0"/>
          </a:p>
        </p:txBody>
      </p:sp>
      <p:sp>
        <p:nvSpPr>
          <p:cNvPr id="14" name="Text 12"/>
          <p:cNvSpPr/>
          <p:nvPr/>
        </p:nvSpPr>
        <p:spPr>
          <a:xfrm>
            <a:off x="4655668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Ведение и оптимизация Instagram, TikTok и X: контент-план, трафик и рост аудитории.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176108" y="1828800"/>
            <a:ext cx="3520440" cy="2880360"/>
          </a:xfrm>
          <a:prstGeom prst="roundRect">
            <a:avLst>
              <a:gd name="adj" fmla="val 412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96148" y="2148840"/>
            <a:ext cx="603504" cy="603504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496148" y="2130552"/>
            <a:ext cx="60350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496148" y="2926080"/>
            <a:ext cx="288036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7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Houses</a:t>
            </a:r>
            <a:endParaRPr lang="en-US" sz="1750" dirty="0"/>
          </a:p>
        </p:txBody>
      </p:sp>
      <p:sp>
        <p:nvSpPr>
          <p:cNvPr id="19" name="Text 17"/>
          <p:cNvSpPr/>
          <p:nvPr/>
        </p:nvSpPr>
        <p:spPr>
          <a:xfrm>
            <a:off x="8496148" y="3703320"/>
            <a:ext cx="28803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Съёмки и продакшн в контент-хаусах: идеи, контроль качества и стабильный поток контента.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495148" y="5029200"/>
            <a:ext cx="3520440" cy="685800"/>
          </a:xfrm>
          <a:prstGeom prst="roundRect">
            <a:avLst>
              <a:gd name="adj" fmla="val 17333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5257800"/>
            <a:ext cx="219456" cy="219456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2" name="Text 20"/>
          <p:cNvSpPr/>
          <p:nvPr/>
        </p:nvSpPr>
        <p:spPr>
          <a:xfrm>
            <a:off x="1153516" y="50292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Chatting &amp; Sales / Чаттинг и продажи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335628" y="5029200"/>
            <a:ext cx="3520440" cy="685800"/>
          </a:xfrm>
          <a:prstGeom prst="roundRect">
            <a:avLst>
              <a:gd name="adj" fmla="val 17333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609948" y="5257800"/>
            <a:ext cx="219456" cy="219456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5" name="Text 23"/>
          <p:cNvSpPr/>
          <p:nvPr/>
        </p:nvSpPr>
        <p:spPr>
          <a:xfrm>
            <a:off x="4993996" y="50292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Planning / Контент-план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176108" y="5029200"/>
            <a:ext cx="3520440" cy="685800"/>
          </a:xfrm>
          <a:prstGeom prst="roundRect">
            <a:avLst>
              <a:gd name="adj" fmla="val 17333"/>
            </a:avLst>
          </a:prstGeom>
          <a:solidFill>
            <a:srgbClr val="1B1B21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50428" y="5257800"/>
            <a:ext cx="219456" cy="219456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8" name="Text 26"/>
          <p:cNvSpPr/>
          <p:nvPr/>
        </p:nvSpPr>
        <p:spPr>
          <a:xfrm>
            <a:off x="8834476" y="5029200"/>
            <a:ext cx="26974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E4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Analytics &amp; Growth / Аналитика и рост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NUMBERS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Цифры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4000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4000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150+</a:t>
            </a:r>
            <a:endParaRPr lang="en-US" sz="4600" dirty="0"/>
          </a:p>
        </p:txBody>
      </p:sp>
      <p:sp>
        <p:nvSpPr>
          <p:cNvPr id="7" name="Text 5"/>
          <p:cNvSpPr/>
          <p:nvPr/>
        </p:nvSpPr>
        <p:spPr>
          <a:xfrm>
            <a:off x="454000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Creators on roster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454000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Креаторов в ростере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43504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43504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3+</a:t>
            </a:r>
            <a:endParaRPr lang="en-US" sz="4600" dirty="0"/>
          </a:p>
        </p:txBody>
      </p:sp>
      <p:sp>
        <p:nvSpPr>
          <p:cNvPr id="11" name="Text 9"/>
          <p:cNvSpPr/>
          <p:nvPr/>
        </p:nvSpPr>
        <p:spPr>
          <a:xfrm>
            <a:off x="3343504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Years of experience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3343504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Года опыта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233008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233008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6233008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support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6233008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Поддержка без выходных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22512" y="1920240"/>
            <a:ext cx="2615184" cy="2148840"/>
          </a:xfrm>
          <a:prstGeom prst="roundRect">
            <a:avLst>
              <a:gd name="adj" fmla="val 5532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22512" y="2286000"/>
            <a:ext cx="261518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</a:t>
            </a:r>
            <a:endParaRPr lang="en-US" sz="4600" dirty="0"/>
          </a:p>
        </p:txBody>
      </p:sp>
      <p:sp>
        <p:nvSpPr>
          <p:cNvPr id="19" name="Text 17"/>
          <p:cNvSpPr/>
          <p:nvPr/>
        </p:nvSpPr>
        <p:spPr>
          <a:xfrm>
            <a:off x="9122512" y="329184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Worldwide talent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9122512" y="3611880"/>
            <a:ext cx="261518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A9AA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Таланты по всему миру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54000" y="4572000"/>
            <a:ext cx="11283696" cy="1234440"/>
          </a:xfrm>
          <a:prstGeom prst="roundRect">
            <a:avLst>
              <a:gd name="adj" fmla="val 9630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1200" y="4754880"/>
            <a:ext cx="10369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“Within 3 months my subscriber count doubled, and my monthly income tripled.”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911200" y="5303520"/>
            <a:ext cx="103692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«За 3 месяца подписчики удвоились, а доход вырос втрое.» — отзыв автора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WORK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Как мы работаем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4000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4040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4040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4040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4040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Знакомство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74040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Изучаем автора, бренд и цели. Закрепляем персонального менеджера.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050896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3343504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63544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63544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3663544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Strategy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63544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Стратегия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3663544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Строим индивидуальный план роста и монетизации.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940400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6233008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53048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53048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553048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&amp; Social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553048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 и соцсети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6553048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Контент-план, съёмки, ведение Instagram, TikTok и X.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829904" y="3246120"/>
            <a:ext cx="3108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122512" y="2011680"/>
            <a:ext cx="2615184" cy="3291840"/>
          </a:xfrm>
          <a:prstGeom prst="roundRect">
            <a:avLst>
              <a:gd name="adj" fmla="val 4545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442552" y="2331720"/>
            <a:ext cx="777240" cy="777240"/>
          </a:xfrm>
          <a:prstGeom prst="ellipse">
            <a:avLst/>
          </a:prstGeom>
          <a:solidFill>
            <a:srgbClr val="FF149A"/>
          </a:solidFill>
          <a:ln w="12700">
            <a:solidFill>
              <a:srgbClr val="FF3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442552" y="2313432"/>
            <a:ext cx="777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9" name="Text 27"/>
          <p:cNvSpPr/>
          <p:nvPr/>
        </p:nvSpPr>
        <p:spPr>
          <a:xfrm>
            <a:off x="9442552" y="3337560"/>
            <a:ext cx="197510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&amp; Retention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9442552" y="3703320"/>
            <a:ext cx="1975104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Рост и удержание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9442552" y="4114800"/>
            <a:ext cx="19751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C2C2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Чаттинг, продажи, апселлы, аналитика и масштабирование.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55778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877824" y="502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AS TALENT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03504" y="77724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Почему мы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95148" y="192024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69468" y="221284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7" name="Text 5"/>
          <p:cNvSpPr/>
          <p:nvPr/>
        </p:nvSpPr>
        <p:spPr>
          <a:xfrm>
            <a:off x="76946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1810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manager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1810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Персональный менеджер и обучение для каждого клиента.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35628" y="192024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09948" y="221284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2" name="Text 10"/>
          <p:cNvSpPr/>
          <p:nvPr/>
        </p:nvSpPr>
        <p:spPr>
          <a:xfrm>
            <a:off x="460994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5858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24/7 support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15858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Команда поддержки на связи круглосуточно.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76108" y="192024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50428" y="221284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17" name="Text 15"/>
          <p:cNvSpPr/>
          <p:nvPr/>
        </p:nvSpPr>
        <p:spPr>
          <a:xfrm>
            <a:off x="8450428" y="219456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99068" y="217627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Data-driven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999068" y="256032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Решения на основе аналитики и метрик эффективности.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95148" y="361188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9468" y="390448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2" name="Text 20"/>
          <p:cNvSpPr/>
          <p:nvPr/>
        </p:nvSpPr>
        <p:spPr>
          <a:xfrm>
            <a:off x="76946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1810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Creative freedom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31810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Вы создаёте контент — мы берём на себя бизнес.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35628" y="361188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609948" y="390448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27" name="Text 25"/>
          <p:cNvSpPr/>
          <p:nvPr/>
        </p:nvSpPr>
        <p:spPr>
          <a:xfrm>
            <a:off x="460994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858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levels welcome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15858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Работаем с авторами любого уровня — от старта до топа.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76108" y="3611880"/>
            <a:ext cx="3520440" cy="1417320"/>
          </a:xfrm>
          <a:prstGeom prst="roundRect">
            <a:avLst>
              <a:gd name="adj" fmla="val 8387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450428" y="3904488"/>
            <a:ext cx="365760" cy="365760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2" name="Text 30"/>
          <p:cNvSpPr/>
          <p:nvPr/>
        </p:nvSpPr>
        <p:spPr>
          <a:xfrm>
            <a:off x="8450428" y="388620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999068" y="3867912"/>
            <a:ext cx="2468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reach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8999068" y="4251960"/>
            <a:ext cx="24688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C6C6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Модели и блогеры по всему миру, мужчины и женщины.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746504"/>
            <a:ext cx="109728" cy="109728"/>
          </a:xfrm>
          <a:prstGeom prst="ellipse">
            <a:avLst/>
          </a:prstGeom>
          <a:solidFill>
            <a:srgbClr val="FF149A"/>
          </a:solidFill>
          <a:ln/>
        </p:spPr>
      </p:sp>
      <p:sp>
        <p:nvSpPr>
          <p:cNvPr id="3" name="Text 1"/>
          <p:cNvSpPr/>
          <p:nvPr/>
        </p:nvSpPr>
        <p:spPr>
          <a:xfrm>
            <a:off x="1060704" y="169164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3E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LET'S TALK  /  ДАВАЙТЕ РАБОТАТЬ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77240" y="2057400"/>
            <a:ext cx="822960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Unlock your true</a:t>
            </a:r>
            <a:endParaRPr lang="en-US" sz="52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7D7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Присоединяйся к AS Talent Agency — и раскрой свой потенциал вместе с нами.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22960" y="4709160"/>
            <a:ext cx="3566160" cy="822960"/>
          </a:xfrm>
          <a:prstGeom prst="roundRect">
            <a:avLst>
              <a:gd name="adj" fmla="val 14444"/>
            </a:avLst>
          </a:prstGeom>
          <a:solidFill>
            <a:srgbClr val="141419"/>
          </a:solidFill>
          <a:ln w="9525">
            <a:solidFill>
              <a:srgbClr val="FFFFFF">
                <a:alpha val="12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470916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astalentagency.com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AS Talent Agency</dc:title>
  <dc:subject>PptxGenJS Presentation</dc:subject>
  <dc:creator>AS Talent Agency</dc:creator>
  <cp:lastModifiedBy>AS Talent Agency</cp:lastModifiedBy>
  <cp:revision>1</cp:revision>
  <dcterms:created xsi:type="dcterms:W3CDTF">2026-08-13T22:28:49Z</dcterms:created>
  <dcterms:modified xsi:type="dcterms:W3CDTF">2026-08-13T22:28:49Z</dcterms:modified>
</cp:coreProperties>
</file>