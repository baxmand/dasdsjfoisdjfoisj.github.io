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поддержка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таланты по всему миру.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топ-авторы и их суммарный охват. Присутствие на X, TikTok и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поддерживающие: чаттинг, контент-план,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Talent: персональный менеджер, 24/7, аналитика, свобода творчества, любой уровень, глобальный охват.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Сайт: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5.png"/><Relationship Id="rId10" Type="http://schemas.openxmlformats.org/officeDocument/2006/relationships/image" Target="../media/image-3-10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image" Target="../media/image-3-25.png"/><Relationship Id="rId26" Type="http://schemas.openxmlformats.org/officeDocument/2006/relationships/image" Target="../media/image-3-3.png"/><Relationship Id="rId27" Type="http://schemas.openxmlformats.org/officeDocument/2006/relationships/image" Target="../media/image-3-4.png"/><Relationship Id="rId28" Type="http://schemas.openxmlformats.org/officeDocument/2006/relationships/image" Target="../media/image-3-5.png"/><Relationship Id="rId29" Type="http://schemas.openxmlformats.org/officeDocument/2006/relationships/image" Target="../media/image-3-29.png"/><Relationship Id="rId30" Type="http://schemas.openxmlformats.org/officeDocument/2006/relationships/image" Target="../media/image-3-3.png"/><Relationship Id="rId31" Type="http://schemas.openxmlformats.org/officeDocument/2006/relationships/image" Target="../media/image-3-4.png"/><Relationship Id="rId32" Type="http://schemas.openxmlformats.org/officeDocument/2006/relationships/image" Target="../media/image-3-5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2D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5387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33924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 — «no two creators are alike».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3068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675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52212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5532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60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360920" y="3429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60920" y="452628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47091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5532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pic>
        <p:nvPicPr>
          <p:cNvPr id="4" name="Image 0" descr="/tmp/claude-0/-home-user-dasdsjfoisdjfoisj-github-io/f756b5b4-9ba5-5f42-afc2-0aa030ec1623/scratchpad/asdeck/assets/av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02" y="1417320"/>
            <a:ext cx="1051560" cy="1051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ELIZABETH ANOKHINA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60168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8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22" y="3396996"/>
            <a:ext cx="155448" cy="1554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00402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58" y="3396996"/>
            <a:ext cx="155448" cy="1554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40635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5794" y="3396996"/>
            <a:ext cx="155448" cy="155448"/>
          </a:xfrm>
          <a:prstGeom prst="rect">
            <a:avLst/>
          </a:prstGeom>
        </p:spPr>
      </p:pic>
      <p:pic>
        <p:nvPicPr>
          <p:cNvPr id="13" name="Image 4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846" y="1417320"/>
            <a:ext cx="1051560" cy="10515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459404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3459404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238130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7" name="Image 5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566" y="3396996"/>
            <a:ext cx="155448" cy="155448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64046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6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02" y="3396996"/>
            <a:ext cx="155448" cy="15544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4280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1" name="Image 7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238" y="3396996"/>
            <a:ext cx="155448" cy="155448"/>
          </a:xfrm>
          <a:prstGeom prst="rect">
            <a:avLst/>
          </a:prstGeom>
        </p:spPr>
      </p:pic>
      <p:pic>
        <p:nvPicPr>
          <p:cNvPr id="22" name="Image 8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8289" y="1417320"/>
            <a:ext cx="1051560" cy="105156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095848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300" dirty="0"/>
          </a:p>
        </p:txBody>
      </p:sp>
      <p:sp>
        <p:nvSpPr>
          <p:cNvPr id="24" name="Text 13"/>
          <p:cNvSpPr/>
          <p:nvPr/>
        </p:nvSpPr>
        <p:spPr>
          <a:xfrm>
            <a:off x="6095848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00" dirty="0"/>
          </a:p>
        </p:txBody>
      </p:sp>
      <p:sp>
        <p:nvSpPr>
          <p:cNvPr id="25" name="Shape 14"/>
          <p:cNvSpPr/>
          <p:nvPr/>
        </p:nvSpPr>
        <p:spPr>
          <a:xfrm>
            <a:off x="7075741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6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78" y="3396996"/>
            <a:ext cx="155448" cy="155448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747807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7513" y="3396996"/>
            <a:ext cx="155448" cy="155448"/>
          </a:xfrm>
          <a:prstGeom prst="rect">
            <a:avLst/>
          </a:prstGeom>
        </p:spPr>
      </p:pic>
      <p:pic>
        <p:nvPicPr>
          <p:cNvPr id="29" name="Image 11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4733" y="1417320"/>
            <a:ext cx="1051560" cy="105156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732291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300" dirty="0"/>
          </a:p>
        </p:txBody>
      </p:sp>
      <p:sp>
        <p:nvSpPr>
          <p:cNvPr id="31" name="Text 17"/>
          <p:cNvSpPr/>
          <p:nvPr/>
        </p:nvSpPr>
        <p:spPr>
          <a:xfrm>
            <a:off x="8732291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00" dirty="0"/>
          </a:p>
        </p:txBody>
      </p:sp>
      <p:sp>
        <p:nvSpPr>
          <p:cNvPr id="32" name="Shape 18"/>
          <p:cNvSpPr/>
          <p:nvPr/>
        </p:nvSpPr>
        <p:spPr>
          <a:xfrm>
            <a:off x="9511017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3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70453" y="3396996"/>
            <a:ext cx="155448" cy="155448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913353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72789" y="3396996"/>
            <a:ext cx="155448" cy="155448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10315689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75125" y="3396996"/>
            <a:ext cx="155448" cy="155448"/>
          </a:xfrm>
          <a:prstGeom prst="rect">
            <a:avLst/>
          </a:prstGeom>
        </p:spPr>
      </p:pic>
      <p:pic>
        <p:nvPicPr>
          <p:cNvPr id="38" name="Image 15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5402" y="3977640"/>
            <a:ext cx="1051560" cy="1051560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822960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300" dirty="0"/>
          </a:p>
        </p:txBody>
      </p:sp>
      <p:sp>
        <p:nvSpPr>
          <p:cNvPr id="40" name="Text 22"/>
          <p:cNvSpPr/>
          <p:nvPr/>
        </p:nvSpPr>
        <p:spPr>
          <a:xfrm>
            <a:off x="822960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00" dirty="0"/>
          </a:p>
        </p:txBody>
      </p:sp>
      <p:sp>
        <p:nvSpPr>
          <p:cNvPr id="41" name="Shape 23"/>
          <p:cNvSpPr/>
          <p:nvPr/>
        </p:nvSpPr>
        <p:spPr>
          <a:xfrm>
            <a:off x="160168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2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1122" y="5957316"/>
            <a:ext cx="155448" cy="155448"/>
          </a:xfrm>
          <a:prstGeom prst="rect">
            <a:avLst/>
          </a:prstGeom>
        </p:spPr>
      </p:pic>
      <p:sp>
        <p:nvSpPr>
          <p:cNvPr id="43" name="Shape 24"/>
          <p:cNvSpPr/>
          <p:nvPr/>
        </p:nvSpPr>
        <p:spPr>
          <a:xfrm>
            <a:off x="200402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3458" y="5957316"/>
            <a:ext cx="155448" cy="155448"/>
          </a:xfrm>
          <a:prstGeom prst="rect">
            <a:avLst/>
          </a:prstGeom>
        </p:spPr>
      </p:pic>
      <p:sp>
        <p:nvSpPr>
          <p:cNvPr id="45" name="Shape 25"/>
          <p:cNvSpPr/>
          <p:nvPr/>
        </p:nvSpPr>
        <p:spPr>
          <a:xfrm>
            <a:off x="2406358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5794" y="5957316"/>
            <a:ext cx="155448" cy="155448"/>
          </a:xfrm>
          <a:prstGeom prst="rect">
            <a:avLst/>
          </a:prstGeom>
        </p:spPr>
      </p:pic>
      <p:pic>
        <p:nvPicPr>
          <p:cNvPr id="47" name="Image 19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1846" y="3977640"/>
            <a:ext cx="1051560" cy="1051560"/>
          </a:xfrm>
          <a:prstGeom prst="rect">
            <a:avLst/>
          </a:prstGeom>
        </p:spPr>
      </p:pic>
      <p:sp>
        <p:nvSpPr>
          <p:cNvPr id="48" name="Text 26"/>
          <p:cNvSpPr/>
          <p:nvPr/>
        </p:nvSpPr>
        <p:spPr>
          <a:xfrm>
            <a:off x="3459404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300" dirty="0"/>
          </a:p>
        </p:txBody>
      </p:sp>
      <p:sp>
        <p:nvSpPr>
          <p:cNvPr id="49" name="Text 27"/>
          <p:cNvSpPr/>
          <p:nvPr/>
        </p:nvSpPr>
        <p:spPr>
          <a:xfrm>
            <a:off x="3459404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00" dirty="0"/>
          </a:p>
        </p:txBody>
      </p:sp>
      <p:sp>
        <p:nvSpPr>
          <p:cNvPr id="50" name="Shape 28"/>
          <p:cNvSpPr/>
          <p:nvPr/>
        </p:nvSpPr>
        <p:spPr>
          <a:xfrm>
            <a:off x="423813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1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7566" y="5957316"/>
            <a:ext cx="155448" cy="155448"/>
          </a:xfrm>
          <a:prstGeom prst="rect">
            <a:avLst/>
          </a:prstGeom>
        </p:spPr>
      </p:pic>
      <p:sp>
        <p:nvSpPr>
          <p:cNvPr id="52" name="Shape 29"/>
          <p:cNvSpPr/>
          <p:nvPr/>
        </p:nvSpPr>
        <p:spPr>
          <a:xfrm>
            <a:off x="464046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9902" y="5957316"/>
            <a:ext cx="155448" cy="155448"/>
          </a:xfrm>
          <a:prstGeom prst="rect">
            <a:avLst/>
          </a:prstGeom>
        </p:spPr>
      </p:pic>
      <p:sp>
        <p:nvSpPr>
          <p:cNvPr id="54" name="Shape 30"/>
          <p:cNvSpPr/>
          <p:nvPr/>
        </p:nvSpPr>
        <p:spPr>
          <a:xfrm>
            <a:off x="504280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2238" y="5957316"/>
            <a:ext cx="155448" cy="155448"/>
          </a:xfrm>
          <a:prstGeom prst="rect">
            <a:avLst/>
          </a:prstGeom>
        </p:spPr>
      </p:pic>
      <p:pic>
        <p:nvPicPr>
          <p:cNvPr id="56" name="Image 23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88289" y="3977640"/>
            <a:ext cx="1051560" cy="1051560"/>
          </a:xfrm>
          <a:prstGeom prst="rect">
            <a:avLst/>
          </a:prstGeom>
        </p:spPr>
      </p:pic>
      <p:sp>
        <p:nvSpPr>
          <p:cNvPr id="57" name="Text 31"/>
          <p:cNvSpPr/>
          <p:nvPr/>
        </p:nvSpPr>
        <p:spPr>
          <a:xfrm>
            <a:off x="6095848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300" dirty="0"/>
          </a:p>
        </p:txBody>
      </p:sp>
      <p:sp>
        <p:nvSpPr>
          <p:cNvPr id="58" name="Text 32"/>
          <p:cNvSpPr/>
          <p:nvPr/>
        </p:nvSpPr>
        <p:spPr>
          <a:xfrm>
            <a:off x="6095848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00" dirty="0"/>
          </a:p>
        </p:txBody>
      </p:sp>
      <p:sp>
        <p:nvSpPr>
          <p:cNvPr id="59" name="Shape 33"/>
          <p:cNvSpPr/>
          <p:nvPr/>
        </p:nvSpPr>
        <p:spPr>
          <a:xfrm>
            <a:off x="6874574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0" name="Image 24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010" y="5957316"/>
            <a:ext cx="155448" cy="155448"/>
          </a:xfrm>
          <a:prstGeom prst="rect">
            <a:avLst/>
          </a:prstGeom>
        </p:spPr>
      </p:pic>
      <p:sp>
        <p:nvSpPr>
          <p:cNvPr id="61" name="Shape 34"/>
          <p:cNvSpPr/>
          <p:nvPr/>
        </p:nvSpPr>
        <p:spPr>
          <a:xfrm>
            <a:off x="727691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2" name="Image 2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36346" y="5957316"/>
            <a:ext cx="155448" cy="155448"/>
          </a:xfrm>
          <a:prstGeom prst="rect">
            <a:avLst/>
          </a:prstGeom>
        </p:spPr>
      </p:pic>
      <p:sp>
        <p:nvSpPr>
          <p:cNvPr id="63" name="Shape 35"/>
          <p:cNvSpPr/>
          <p:nvPr/>
        </p:nvSpPr>
        <p:spPr>
          <a:xfrm>
            <a:off x="767924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4" name="Image 2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38682" y="5957316"/>
            <a:ext cx="155448" cy="155448"/>
          </a:xfrm>
          <a:prstGeom prst="rect">
            <a:avLst/>
          </a:prstGeom>
        </p:spPr>
      </p:pic>
      <p:pic>
        <p:nvPicPr>
          <p:cNvPr id="65" name="Image 27" descr="/tmp/claude-0/-home-user-dasdsjfoisdjfoisj-github-io/f756b5b4-9ba5-5f42-afc2-0aa030ec1623/scratchpad/asdeck/assets/av-zlat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524733" y="3977640"/>
            <a:ext cx="1051560" cy="1051560"/>
          </a:xfrm>
          <a:prstGeom prst="rect">
            <a:avLst/>
          </a:prstGeom>
        </p:spPr>
      </p:pic>
      <p:sp>
        <p:nvSpPr>
          <p:cNvPr id="66" name="Text 36"/>
          <p:cNvSpPr/>
          <p:nvPr/>
        </p:nvSpPr>
        <p:spPr>
          <a:xfrm>
            <a:off x="8732291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ZLATA SHARVAROK</a:t>
            </a:r>
            <a:endParaRPr lang="en-US" sz="1300" dirty="0"/>
          </a:p>
        </p:txBody>
      </p:sp>
      <p:sp>
        <p:nvSpPr>
          <p:cNvPr id="67" name="Text 37"/>
          <p:cNvSpPr/>
          <p:nvPr/>
        </p:nvSpPr>
        <p:spPr>
          <a:xfrm>
            <a:off x="8732291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1000" dirty="0"/>
          </a:p>
        </p:txBody>
      </p:sp>
      <p:sp>
        <p:nvSpPr>
          <p:cNvPr id="68" name="Shape 38"/>
          <p:cNvSpPr/>
          <p:nvPr/>
        </p:nvSpPr>
        <p:spPr>
          <a:xfrm>
            <a:off x="9511017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9" name="Image 2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570453" y="5957316"/>
            <a:ext cx="155448" cy="155448"/>
          </a:xfrm>
          <a:prstGeom prst="rect">
            <a:avLst/>
          </a:prstGeom>
        </p:spPr>
      </p:pic>
      <p:sp>
        <p:nvSpPr>
          <p:cNvPr id="70" name="Shape 39"/>
          <p:cNvSpPr/>
          <p:nvPr/>
        </p:nvSpPr>
        <p:spPr>
          <a:xfrm>
            <a:off x="9913353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1" name="Image 2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72789" y="5957316"/>
            <a:ext cx="155448" cy="155448"/>
          </a:xfrm>
          <a:prstGeom prst="rect">
            <a:avLst/>
          </a:prstGeom>
        </p:spPr>
      </p:pic>
      <p:sp>
        <p:nvSpPr>
          <p:cNvPr id="72" name="Shape 40"/>
          <p:cNvSpPr/>
          <p:nvPr/>
        </p:nvSpPr>
        <p:spPr>
          <a:xfrm>
            <a:off x="10315689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3" name="Image 3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375125" y="5957316"/>
            <a:ext cx="155448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518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518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518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562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566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5566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5566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7610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9614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9614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9614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514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18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351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562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166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1" name="Text 19"/>
          <p:cNvSpPr/>
          <p:nvPr/>
        </p:nvSpPr>
        <p:spPr>
          <a:xfrm>
            <a:off x="499399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7610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3214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4" name="Text 22"/>
          <p:cNvSpPr/>
          <p:nvPr/>
        </p:nvSpPr>
        <p:spPr>
          <a:xfrm>
            <a:off x="883447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4000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79M+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4000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audience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4000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Суммарная аудитория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43504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creators featured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43504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Топ-авторов в подборке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33008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33008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2512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122512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22512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888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4040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4040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3544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3544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3048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3048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42552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42552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2026-08-13T22:03:51Z</dcterms:created>
  <dcterms:modified xsi:type="dcterms:W3CDTF">2026-08-13T22:03:51Z</dcterms:modified>
</cp:coreProperties>
</file>