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AS Talent Agency — full-service creator management: talent, social, OnlyFans, 24/7.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Who we are: full-cycle agency, 3+ years, personalized approach, global roster.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Featured selection from a 150+ creator roster. All active on OnlyFans, Instagram, TikTok and 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core services plus supporting capabilities.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Platforms we manage and the role each plays in the funnel.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included in full-service management.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numbers and social proof.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Representative growth example. Replace with real client numbers where available.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Four-step process: onboarding, strategy, content &amp; social, growth &amp; retention.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Roles that make full-service management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Partnership model: performance-based, no upfront, flexible and confidential.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AS Talent — key advantages.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Contact and call to action. astalentagency.com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289304"/>
            <a:ext cx="100584" cy="100584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" name="Text 1"/>
          <p:cNvSpPr/>
          <p:nvPr/>
        </p:nvSpPr>
        <p:spPr>
          <a:xfrm>
            <a:off x="105156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TALENT  ·  SOCIAL MEDIA  ·  ONLYFANS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169164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Talent Agency</a:t>
            </a:r>
            <a:endParaRPr lang="en-US" sz="7000" dirty="0"/>
          </a:p>
        </p:txBody>
      </p:sp>
      <p:sp>
        <p:nvSpPr>
          <p:cNvPr id="5" name="Text 3"/>
          <p:cNvSpPr/>
          <p:nvPr/>
        </p:nvSpPr>
        <p:spPr>
          <a:xfrm>
            <a:off x="822960" y="29718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Superpowers</a:t>
            </a:r>
            <a:pPr indent="0" marL="0">
              <a:buNone/>
            </a:pPr>
            <a:r>
              <a:rPr lang="en-US" sz="2000" b="1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a premium creator management house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3794760"/>
            <a:ext cx="7863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EC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manage talent, social media and OnlyFans, around the clock —</a:t>
            </a:r>
            <a:endParaRPr lang="en-US" sz="17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EC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creators can focus on what they do best.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6126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astalentagency.com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766560" y="6126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spc="100" kern="0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OnlyFans · Instagram · TikTok · X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57784"/>
            <a:ext cx="100584" cy="100584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WE ARE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85216" y="822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we are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58521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550" dirty="0">
                <a:solidFill>
                  <a:srgbClr val="EC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Talent is a leading OnlyFans marketing and management agency. For 3+ years we have helped creators unlock their potential and multiply their income. We run the entire business — from strategy and social media to fan communication — while the creator focuses on content.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58368" y="3630168"/>
            <a:ext cx="137160" cy="1371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7" name="Text 5"/>
          <p:cNvSpPr/>
          <p:nvPr/>
        </p:nvSpPr>
        <p:spPr>
          <a:xfrm>
            <a:off x="1024128" y="3456432"/>
            <a:ext cx="5440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Personalized strategy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24128" y="3785616"/>
            <a:ext cx="5440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tailored game plan for every creator — no two are alike.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58368" y="4526280"/>
            <a:ext cx="137160" cy="1371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10" name="Text 8"/>
          <p:cNvSpPr/>
          <p:nvPr/>
        </p:nvSpPr>
        <p:spPr>
          <a:xfrm>
            <a:off x="1024128" y="4352544"/>
            <a:ext cx="5440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Full-cycle management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24128" y="4681728"/>
            <a:ext cx="5440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Turnkey: content, social, chatting and analytics.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58368" y="5422392"/>
            <a:ext cx="137160" cy="1371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13" name="Text 11"/>
          <p:cNvSpPr/>
          <p:nvPr/>
        </p:nvSpPr>
        <p:spPr>
          <a:xfrm>
            <a:off x="1024128" y="5248656"/>
            <a:ext cx="5440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roster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24128" y="5577840"/>
            <a:ext cx="5440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work with top models and influencers worldwide.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040880" y="1828800"/>
            <a:ext cx="4526280" cy="4160520"/>
          </a:xfrm>
          <a:prstGeom prst="roundRect">
            <a:avLst>
              <a:gd name="adj" fmla="val 2637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60920" y="2194560"/>
            <a:ext cx="3931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“No two creators</a:t>
            </a:r>
            <a:endParaRPr lang="en-US" sz="2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are alike.”</a:t>
            </a:r>
            <a:endParaRPr lang="en-US" sz="2900" dirty="0"/>
          </a:p>
        </p:txBody>
      </p:sp>
      <p:sp>
        <p:nvSpPr>
          <p:cNvPr id="17" name="Text 15"/>
          <p:cNvSpPr/>
          <p:nvPr/>
        </p:nvSpPr>
        <p:spPr>
          <a:xfrm>
            <a:off x="7360920" y="3566160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BEBE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never ship template solutions — the strategy is built around each creator’s brand and goals.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7360920" y="4617720"/>
            <a:ext cx="3886200" cy="0"/>
          </a:xfrm>
          <a:prstGeom prst="line">
            <a:avLst/>
          </a:prstGeom>
          <a:noFill/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60920" y="4800600"/>
            <a:ext cx="3931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i="1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“Within 3 months my subscriber count doubled, and my monthly income tripled.”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360920" y="562356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creator testimonial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6510528"/>
            <a:ext cx="73152" cy="73152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TALENT AGENCY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9601200" y="6419088"/>
            <a:ext cx="1947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  /  13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12064"/>
            <a:ext cx="100584" cy="100584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TALENT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85216" y="73152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Roster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949440" y="841248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150" b="1" spc="50" kern="0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FEATURED SELECTION</a:t>
            </a:r>
            <a:endParaRPr lang="en-US" sz="1150" dirty="0"/>
          </a:p>
          <a:p>
            <a:pPr algn="r" indent="0" marL="0">
              <a:lnSpc>
                <a:spcPct val="120000"/>
              </a:lnSpc>
              <a:buNone/>
            </a:pPr>
            <a:r>
              <a:rPr lang="en-US" sz="1150" b="1" spc="50" kern="0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of a 150+ creator roster</a:t>
            </a:r>
            <a:endParaRPr lang="en-US" sz="1150" dirty="0"/>
          </a:p>
        </p:txBody>
      </p:sp>
      <p:pic>
        <p:nvPicPr>
          <p:cNvPr id="6" name="Image 0" descr="/tmp/claude-0/-home-user-dasdsjfoisdjfoisj-github-io/f756b5b4-9ba5-5f42-afc2-0aa030ec1623/scratchpad/asdeck/assets/p-elizabet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81328"/>
            <a:ext cx="2604440" cy="26044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02920" y="1481328"/>
            <a:ext cx="2604440" cy="2604440"/>
          </a:xfrm>
          <a:prstGeom prst="roundRect">
            <a:avLst>
              <a:gd name="adj" fmla="val 5617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2E8D">
                <a:alpha val="5500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9224" y="3463976"/>
            <a:ext cx="2311832" cy="32918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Elizabeth Anokhina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49224" y="3811448"/>
            <a:ext cx="23118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45M FOLLOWERS</a:t>
            </a:r>
            <a:endParaRPr lang="en-US" sz="950" dirty="0"/>
          </a:p>
        </p:txBody>
      </p:sp>
      <p:pic>
        <p:nvPicPr>
          <p:cNvPr id="10" name="Image 1" descr="/tmp/claude-0/-home-user-dasdsjfoisdjfoisj-github-io/f756b5b4-9ba5-5f42-afc2-0aa030ec1623/scratchpad/asdeck/assets/p-eli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3392" y="1481328"/>
            <a:ext cx="2604440" cy="260444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363392" y="1481328"/>
            <a:ext cx="2604440" cy="2604440"/>
          </a:xfrm>
          <a:prstGeom prst="roundRect">
            <a:avLst>
              <a:gd name="adj" fmla="val 5617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2E8D">
                <a:alpha val="55000"/>
              </a:srgbClr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3509696" y="3463976"/>
            <a:ext cx="2311832" cy="32918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Elizabeth Vasilenko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509696" y="3811448"/>
            <a:ext cx="23118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10.5M FOLLOWERS</a:t>
            </a:r>
            <a:endParaRPr lang="en-US" sz="950" dirty="0"/>
          </a:p>
        </p:txBody>
      </p:sp>
      <p:pic>
        <p:nvPicPr>
          <p:cNvPr id="14" name="Image 2" descr="/tmp/claude-0/-home-user-dasdsjfoisdjfoisj-github-io/f756b5b4-9ba5-5f42-afc2-0aa030ec1623/scratchpad/asdeck/assets/p-capric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3864" y="1481328"/>
            <a:ext cx="2604440" cy="2604440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6223864" y="1481328"/>
            <a:ext cx="2604440" cy="2604440"/>
          </a:xfrm>
          <a:prstGeom prst="roundRect">
            <a:avLst>
              <a:gd name="adj" fmla="val 5617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2E8D">
                <a:alpha val="55000"/>
              </a:srgbClr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6370168" y="3463976"/>
            <a:ext cx="2311832" cy="32918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Little Caprice</a:t>
            </a: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6370168" y="3811448"/>
            <a:ext cx="23118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11M FOLLOWERS</a:t>
            </a:r>
            <a:endParaRPr lang="en-US" sz="950" dirty="0"/>
          </a:p>
        </p:txBody>
      </p:sp>
      <p:pic>
        <p:nvPicPr>
          <p:cNvPr id="18" name="Image 3" descr="/tmp/claude-0/-home-user-dasdsjfoisdjfoisj-github-io/f756b5b4-9ba5-5f42-afc2-0aa030ec1623/scratchpad/asdeck/assets/p-macc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335" y="1481328"/>
            <a:ext cx="2604440" cy="26044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9084335" y="1481328"/>
            <a:ext cx="2604440" cy="2604440"/>
          </a:xfrm>
          <a:prstGeom prst="roundRect">
            <a:avLst>
              <a:gd name="adj" fmla="val 5617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2E8D">
                <a:alpha val="55000"/>
              </a:srgbClr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9230639" y="3463976"/>
            <a:ext cx="2311832" cy="32918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Macca</a:t>
            </a:r>
            <a:endParaRPr lang="en-US" sz="1500" dirty="0"/>
          </a:p>
        </p:txBody>
      </p:sp>
      <p:sp>
        <p:nvSpPr>
          <p:cNvPr id="21" name="Text 15"/>
          <p:cNvSpPr/>
          <p:nvPr/>
        </p:nvSpPr>
        <p:spPr>
          <a:xfrm>
            <a:off x="9230639" y="3811448"/>
            <a:ext cx="23118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1.5M FOLLOWERS</a:t>
            </a:r>
            <a:endParaRPr lang="en-US" sz="950" dirty="0"/>
          </a:p>
        </p:txBody>
      </p:sp>
      <p:pic>
        <p:nvPicPr>
          <p:cNvPr id="22" name="Image 4" descr="/tmp/claude-0/-home-user-dasdsjfoisdjfoisj-github-io/f756b5b4-9ba5-5f42-afc2-0aa030ec1623/scratchpad/asdeck/assets/p-kuri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4187952"/>
            <a:ext cx="2604440" cy="2604440"/>
          </a:xfrm>
          <a:prstGeom prst="rect">
            <a:avLst/>
          </a:prstGeom>
        </p:spPr>
      </p:pic>
      <p:sp>
        <p:nvSpPr>
          <p:cNvPr id="23" name="Shape 16"/>
          <p:cNvSpPr/>
          <p:nvPr/>
        </p:nvSpPr>
        <p:spPr>
          <a:xfrm>
            <a:off x="502920" y="4187952"/>
            <a:ext cx="2604440" cy="2604440"/>
          </a:xfrm>
          <a:prstGeom prst="roundRect">
            <a:avLst>
              <a:gd name="adj" fmla="val 5617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2E8D">
                <a:alpha val="55000"/>
              </a:srgbClr>
            </a:solidFill>
            <a:prstDash val="solid"/>
          </a:ln>
        </p:spPr>
      </p:sp>
      <p:sp>
        <p:nvSpPr>
          <p:cNvPr id="24" name="Text 17"/>
          <p:cNvSpPr/>
          <p:nvPr/>
        </p:nvSpPr>
        <p:spPr>
          <a:xfrm>
            <a:off x="649224" y="6170600"/>
            <a:ext cx="2311832" cy="32918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Kuri Emi</a:t>
            </a:r>
            <a:endParaRPr lang="en-US" sz="1500" dirty="0"/>
          </a:p>
        </p:txBody>
      </p:sp>
      <p:sp>
        <p:nvSpPr>
          <p:cNvPr id="25" name="Text 18"/>
          <p:cNvSpPr/>
          <p:nvPr/>
        </p:nvSpPr>
        <p:spPr>
          <a:xfrm>
            <a:off x="649224" y="6518072"/>
            <a:ext cx="23118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2.5M FOLLOWERS</a:t>
            </a:r>
            <a:endParaRPr lang="en-US" sz="950" dirty="0"/>
          </a:p>
        </p:txBody>
      </p:sp>
      <p:pic>
        <p:nvPicPr>
          <p:cNvPr id="26" name="Image 5" descr="/tmp/claude-0/-home-user-dasdsjfoisdjfoisj-github-io/f756b5b4-9ba5-5f42-afc2-0aa030ec1623/scratchpad/asdeck/assets/p-qimmah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63392" y="4187952"/>
            <a:ext cx="2604440" cy="2604440"/>
          </a:xfrm>
          <a:prstGeom prst="rect">
            <a:avLst/>
          </a:prstGeom>
        </p:spPr>
      </p:pic>
      <p:sp>
        <p:nvSpPr>
          <p:cNvPr id="27" name="Shape 19"/>
          <p:cNvSpPr/>
          <p:nvPr/>
        </p:nvSpPr>
        <p:spPr>
          <a:xfrm>
            <a:off x="3363392" y="4187952"/>
            <a:ext cx="2604440" cy="2604440"/>
          </a:xfrm>
          <a:prstGeom prst="roundRect">
            <a:avLst>
              <a:gd name="adj" fmla="val 5617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2E8D">
                <a:alpha val="55000"/>
              </a:srgbClr>
            </a:solidFill>
            <a:prstDash val="solid"/>
          </a:ln>
        </p:spPr>
      </p:sp>
      <p:sp>
        <p:nvSpPr>
          <p:cNvPr id="28" name="Text 20"/>
          <p:cNvSpPr/>
          <p:nvPr/>
        </p:nvSpPr>
        <p:spPr>
          <a:xfrm>
            <a:off x="3509696" y="6170600"/>
            <a:ext cx="2311832" cy="32918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Qimmah Russo</a:t>
            </a:r>
            <a:endParaRPr lang="en-US" sz="1500" dirty="0"/>
          </a:p>
        </p:txBody>
      </p:sp>
      <p:sp>
        <p:nvSpPr>
          <p:cNvPr id="29" name="Text 21"/>
          <p:cNvSpPr/>
          <p:nvPr/>
        </p:nvSpPr>
        <p:spPr>
          <a:xfrm>
            <a:off x="3509696" y="6518072"/>
            <a:ext cx="23118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5M FOLLOWERS</a:t>
            </a:r>
            <a:endParaRPr lang="en-US" sz="950" dirty="0"/>
          </a:p>
        </p:txBody>
      </p:sp>
      <p:pic>
        <p:nvPicPr>
          <p:cNvPr id="30" name="Image 6" descr="/tmp/claude-0/-home-user-dasdsjfoisdjfoisj-github-io/f756b5b4-9ba5-5f42-afc2-0aa030ec1623/scratchpad/asdeck/assets/p-chlo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23864" y="4187952"/>
            <a:ext cx="2604440" cy="2604440"/>
          </a:xfrm>
          <a:prstGeom prst="rect">
            <a:avLst/>
          </a:prstGeom>
        </p:spPr>
      </p:pic>
      <p:sp>
        <p:nvSpPr>
          <p:cNvPr id="31" name="Shape 22"/>
          <p:cNvSpPr/>
          <p:nvPr/>
        </p:nvSpPr>
        <p:spPr>
          <a:xfrm>
            <a:off x="6223864" y="4187952"/>
            <a:ext cx="2604440" cy="2604440"/>
          </a:xfrm>
          <a:prstGeom prst="roundRect">
            <a:avLst>
              <a:gd name="adj" fmla="val 5617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2E8D">
                <a:alpha val="55000"/>
              </a:srgbClr>
            </a:solidFill>
            <a:prstDash val="solid"/>
          </a:ln>
        </p:spPr>
      </p:sp>
      <p:sp>
        <p:nvSpPr>
          <p:cNvPr id="32" name="Text 23"/>
          <p:cNvSpPr/>
          <p:nvPr/>
        </p:nvSpPr>
        <p:spPr>
          <a:xfrm>
            <a:off x="6370168" y="6170600"/>
            <a:ext cx="2311832" cy="32918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Chloe Amour</a:t>
            </a:r>
            <a:endParaRPr lang="en-US" sz="1500" dirty="0"/>
          </a:p>
        </p:txBody>
      </p:sp>
      <p:sp>
        <p:nvSpPr>
          <p:cNvPr id="33" name="Text 24"/>
          <p:cNvSpPr/>
          <p:nvPr/>
        </p:nvSpPr>
        <p:spPr>
          <a:xfrm>
            <a:off x="6370168" y="6518072"/>
            <a:ext cx="23118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2.4M FOLLOWERS</a:t>
            </a:r>
            <a:endParaRPr lang="en-US" sz="950" dirty="0"/>
          </a:p>
        </p:txBody>
      </p:sp>
      <p:pic>
        <p:nvPicPr>
          <p:cNvPr id="34" name="Image 7" descr="/tmp/claude-0/-home-user-dasdsjfoisdjfoisj-github-io/f756b5b4-9ba5-5f42-afc2-0aa030ec1623/scratchpad/asdeck/assets/p-zlata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84335" y="4187952"/>
            <a:ext cx="2604440" cy="2604440"/>
          </a:xfrm>
          <a:prstGeom prst="rect">
            <a:avLst/>
          </a:prstGeom>
        </p:spPr>
      </p:pic>
      <p:sp>
        <p:nvSpPr>
          <p:cNvPr id="35" name="Shape 25"/>
          <p:cNvSpPr/>
          <p:nvPr/>
        </p:nvSpPr>
        <p:spPr>
          <a:xfrm>
            <a:off x="9084335" y="4187952"/>
            <a:ext cx="2604440" cy="2604440"/>
          </a:xfrm>
          <a:prstGeom prst="roundRect">
            <a:avLst>
              <a:gd name="adj" fmla="val 5617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2E8D">
                <a:alpha val="55000"/>
              </a:srgbClr>
            </a:solidFill>
            <a:prstDash val="solid"/>
          </a:ln>
        </p:spPr>
      </p:sp>
      <p:sp>
        <p:nvSpPr>
          <p:cNvPr id="36" name="Text 26"/>
          <p:cNvSpPr/>
          <p:nvPr/>
        </p:nvSpPr>
        <p:spPr>
          <a:xfrm>
            <a:off x="9230639" y="6170600"/>
            <a:ext cx="2311832" cy="32918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Zlata Sharvarok</a:t>
            </a:r>
            <a:endParaRPr lang="en-US" sz="1500" dirty="0"/>
          </a:p>
        </p:txBody>
      </p:sp>
      <p:sp>
        <p:nvSpPr>
          <p:cNvPr id="37" name="Text 27"/>
          <p:cNvSpPr/>
          <p:nvPr/>
        </p:nvSpPr>
        <p:spPr>
          <a:xfrm>
            <a:off x="9230639" y="6518072"/>
            <a:ext cx="23118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1M FOLLOWERS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57784"/>
            <a:ext cx="100584" cy="100584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DO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85216" y="822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do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495148" y="1874520"/>
            <a:ext cx="3520440" cy="2880360"/>
          </a:xfrm>
          <a:prstGeom prst="roundRect">
            <a:avLst>
              <a:gd name="adj" fmla="val 3810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6900" y="2130552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i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815188" y="3044952"/>
            <a:ext cx="54864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5188" y="3172968"/>
            <a:ext cx="28803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24/7 OnlyFans Coverage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15188" y="3886200"/>
            <a:ext cx="28803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Round-the-clock OnlyFans operations: chatting, sales, retention and upsells. A dedicated manager for every creator.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35628" y="1874520"/>
            <a:ext cx="3520440" cy="2880360"/>
          </a:xfrm>
          <a:prstGeom prst="roundRect">
            <a:avLst>
              <a:gd name="adj" fmla="val 3810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37380" y="2130552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i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4400" dirty="0"/>
          </a:p>
        </p:txBody>
      </p:sp>
      <p:sp>
        <p:nvSpPr>
          <p:cNvPr id="12" name="Shape 10"/>
          <p:cNvSpPr/>
          <p:nvPr/>
        </p:nvSpPr>
        <p:spPr>
          <a:xfrm>
            <a:off x="4655668" y="3044952"/>
            <a:ext cx="54864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55668" y="3172968"/>
            <a:ext cx="28803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Social Media Management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655668" y="3886200"/>
            <a:ext cx="28803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Growing and optimizing Instagram, TikTok and X: content plan, traffic and audience growth.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176108" y="1874520"/>
            <a:ext cx="3520440" cy="2880360"/>
          </a:xfrm>
          <a:prstGeom prst="roundRect">
            <a:avLst>
              <a:gd name="adj" fmla="val 3810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77860" y="2130552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i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4400" dirty="0"/>
          </a:p>
        </p:txBody>
      </p:sp>
      <p:sp>
        <p:nvSpPr>
          <p:cNvPr id="17" name="Shape 15"/>
          <p:cNvSpPr/>
          <p:nvPr/>
        </p:nvSpPr>
        <p:spPr>
          <a:xfrm>
            <a:off x="8496148" y="3044952"/>
            <a:ext cx="54864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96148" y="3172968"/>
            <a:ext cx="28803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 Houses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8496148" y="3886200"/>
            <a:ext cx="28803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Shoots and production in our content houses: ideas, quality control and a steady content flow.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95148" y="5074920"/>
            <a:ext cx="3520440" cy="658368"/>
          </a:xfrm>
          <a:prstGeom prst="roundRect">
            <a:avLst>
              <a:gd name="adj" fmla="val 16667"/>
            </a:avLst>
          </a:prstGeom>
          <a:solidFill>
            <a:srgbClr val="1B1B21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9468" y="5294376"/>
            <a:ext cx="201168" cy="201168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22" name="Text 20"/>
          <p:cNvSpPr/>
          <p:nvPr/>
        </p:nvSpPr>
        <p:spPr>
          <a:xfrm>
            <a:off x="1135228" y="5074920"/>
            <a:ext cx="2697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4E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Chatting &amp; Sales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335628" y="5074920"/>
            <a:ext cx="3520440" cy="658368"/>
          </a:xfrm>
          <a:prstGeom prst="roundRect">
            <a:avLst>
              <a:gd name="adj" fmla="val 16667"/>
            </a:avLst>
          </a:prstGeom>
          <a:solidFill>
            <a:srgbClr val="1B1B21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609948" y="5294376"/>
            <a:ext cx="201168" cy="201168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25" name="Text 23"/>
          <p:cNvSpPr/>
          <p:nvPr/>
        </p:nvSpPr>
        <p:spPr>
          <a:xfrm>
            <a:off x="4975708" y="5074920"/>
            <a:ext cx="2697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4E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Planning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176108" y="5074920"/>
            <a:ext cx="3520440" cy="658368"/>
          </a:xfrm>
          <a:prstGeom prst="roundRect">
            <a:avLst>
              <a:gd name="adj" fmla="val 16667"/>
            </a:avLst>
          </a:prstGeom>
          <a:solidFill>
            <a:srgbClr val="1B1B21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450428" y="5294376"/>
            <a:ext cx="201168" cy="201168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28" name="Text 26"/>
          <p:cNvSpPr/>
          <p:nvPr/>
        </p:nvSpPr>
        <p:spPr>
          <a:xfrm>
            <a:off x="8816188" y="5074920"/>
            <a:ext cx="2697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4E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 &amp; Growth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40080" y="6510528"/>
            <a:ext cx="73152" cy="73152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0" name="Text 28"/>
          <p:cNvSpPr/>
          <p:nvPr/>
        </p:nvSpPr>
        <p:spPr>
          <a:xfrm>
            <a:off x="822960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TALENT AGENCY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601200" y="6419088"/>
            <a:ext cx="1947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  /  13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57784"/>
            <a:ext cx="100584" cy="100584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85216" y="822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we grow you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49514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15188" y="219456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OnlyFans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33476" y="2761488"/>
            <a:ext cx="54864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5188" y="2880360"/>
            <a:ext cx="28803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monetization: subscriptions, PPV and tips.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3562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55668" y="219456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Instagram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673956" y="2761488"/>
            <a:ext cx="54864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5668" y="2880360"/>
            <a:ext cx="28803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 funnel: Reels, stories and audience growth.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17610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96148" y="219456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TikTok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8514436" y="2761488"/>
            <a:ext cx="54864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96148" y="2880360"/>
            <a:ext cx="28803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Top-of-funnel reach and viral discovery.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95148" y="39776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5188" y="425196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(Twitter)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833476" y="4818888"/>
            <a:ext cx="54864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5188" y="4937760"/>
            <a:ext cx="28803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NSFW-friendly promo and warm inbound traffic.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335628" y="39776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55668" y="425196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Reddit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673956" y="4818888"/>
            <a:ext cx="54864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55668" y="4937760"/>
            <a:ext cx="28803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Targeted community traffic straight to your page.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176108" y="39776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496148" y="425196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Fansly &amp; more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8514436" y="4818888"/>
            <a:ext cx="54864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96148" y="4937760"/>
            <a:ext cx="28803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 platforms and backup accounts.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40080" y="6510528"/>
            <a:ext cx="73152" cy="73152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0" name="Text 28"/>
          <p:cNvSpPr/>
          <p:nvPr/>
        </p:nvSpPr>
        <p:spPr>
          <a:xfrm>
            <a:off x="822960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TALENT AGENCY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601200" y="6419088"/>
            <a:ext cx="1947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  /  13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57784"/>
            <a:ext cx="100584" cy="100584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SERVICE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85216" y="822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included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822960" y="1965960"/>
            <a:ext cx="365760" cy="3657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659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71600" y="19202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 setup &amp; optimization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822960" y="2752344"/>
            <a:ext cx="365760" cy="3657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275234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371600" y="2706624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strategy &amp; scheduling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822960" y="3538728"/>
            <a:ext cx="365760" cy="3657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35387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371600" y="3493008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24/7 chatting &amp; sales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822960" y="4325112"/>
            <a:ext cx="365760" cy="3657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432511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371600" y="4279392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PPV &amp; upsell campaigns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822960" y="5111496"/>
            <a:ext cx="365760" cy="3657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511149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371600" y="5065776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Fan retention &amp; win-back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6355080" y="1965960"/>
            <a:ext cx="365760" cy="3657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21" name="Text 19"/>
          <p:cNvSpPr/>
          <p:nvPr/>
        </p:nvSpPr>
        <p:spPr>
          <a:xfrm>
            <a:off x="6355080" y="19659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903720" y="19202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media growth</a:t>
            </a:r>
            <a:endParaRPr lang="en-US" sz="1550" dirty="0"/>
          </a:p>
        </p:txBody>
      </p:sp>
      <p:sp>
        <p:nvSpPr>
          <p:cNvPr id="23" name="Shape 21"/>
          <p:cNvSpPr/>
          <p:nvPr/>
        </p:nvSpPr>
        <p:spPr>
          <a:xfrm>
            <a:off x="6355080" y="2752344"/>
            <a:ext cx="365760" cy="3657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24" name="Text 22"/>
          <p:cNvSpPr/>
          <p:nvPr/>
        </p:nvSpPr>
        <p:spPr>
          <a:xfrm>
            <a:off x="6355080" y="275234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903720" y="2706624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promo &amp; shoutouts</a:t>
            </a:r>
            <a:endParaRPr lang="en-US" sz="1550" dirty="0"/>
          </a:p>
        </p:txBody>
      </p:sp>
      <p:sp>
        <p:nvSpPr>
          <p:cNvPr id="26" name="Shape 24"/>
          <p:cNvSpPr/>
          <p:nvPr/>
        </p:nvSpPr>
        <p:spPr>
          <a:xfrm>
            <a:off x="6355080" y="3538728"/>
            <a:ext cx="365760" cy="3657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27" name="Text 25"/>
          <p:cNvSpPr/>
          <p:nvPr/>
        </p:nvSpPr>
        <p:spPr>
          <a:xfrm>
            <a:off x="6355080" y="35387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903720" y="3493008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 &amp; weekly reporting</a:t>
            </a:r>
            <a:endParaRPr lang="en-US" sz="1550" dirty="0"/>
          </a:p>
        </p:txBody>
      </p:sp>
      <p:sp>
        <p:nvSpPr>
          <p:cNvPr id="29" name="Shape 27"/>
          <p:cNvSpPr/>
          <p:nvPr/>
        </p:nvSpPr>
        <p:spPr>
          <a:xfrm>
            <a:off x="6355080" y="4325112"/>
            <a:ext cx="365760" cy="3657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0" name="Text 28"/>
          <p:cNvSpPr/>
          <p:nvPr/>
        </p:nvSpPr>
        <p:spPr>
          <a:xfrm>
            <a:off x="6355080" y="432511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903720" y="4279392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 &amp; brand development</a:t>
            </a:r>
            <a:endParaRPr lang="en-US" sz="1550" dirty="0"/>
          </a:p>
        </p:txBody>
      </p:sp>
      <p:sp>
        <p:nvSpPr>
          <p:cNvPr id="32" name="Shape 30"/>
          <p:cNvSpPr/>
          <p:nvPr/>
        </p:nvSpPr>
        <p:spPr>
          <a:xfrm>
            <a:off x="6355080" y="5111496"/>
            <a:ext cx="365760" cy="3657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3" name="Text 31"/>
          <p:cNvSpPr/>
          <p:nvPr/>
        </p:nvSpPr>
        <p:spPr>
          <a:xfrm>
            <a:off x="6355080" y="511149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903720" y="5065776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&amp; account safety</a:t>
            </a:r>
            <a:endParaRPr lang="en-US" sz="1550" dirty="0"/>
          </a:p>
        </p:txBody>
      </p:sp>
      <p:sp>
        <p:nvSpPr>
          <p:cNvPr id="35" name="Shape 33"/>
          <p:cNvSpPr/>
          <p:nvPr/>
        </p:nvSpPr>
        <p:spPr>
          <a:xfrm>
            <a:off x="640080" y="6510528"/>
            <a:ext cx="73152" cy="73152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6" name="Text 34"/>
          <p:cNvSpPr/>
          <p:nvPr/>
        </p:nvSpPr>
        <p:spPr>
          <a:xfrm>
            <a:off x="822960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TALENT AGENCY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9601200" y="6419088"/>
            <a:ext cx="1947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  /  13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57784"/>
            <a:ext cx="100584" cy="100584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NUMBERS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85216" y="822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By the numbers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454000" y="1965960"/>
            <a:ext cx="2615184" cy="2103120"/>
          </a:xfrm>
          <a:prstGeom prst="roundRect">
            <a:avLst>
              <a:gd name="adj" fmla="val 5217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4000" y="2377440"/>
            <a:ext cx="26151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150+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454000" y="3429000"/>
            <a:ext cx="2615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Creators on roster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43504" y="1965960"/>
            <a:ext cx="2615184" cy="2103120"/>
          </a:xfrm>
          <a:prstGeom prst="roundRect">
            <a:avLst>
              <a:gd name="adj" fmla="val 5217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43504" y="2377440"/>
            <a:ext cx="26151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3+</a:t>
            </a:r>
            <a:endParaRPr lang="en-US" sz="5000" dirty="0"/>
          </a:p>
        </p:txBody>
      </p:sp>
      <p:sp>
        <p:nvSpPr>
          <p:cNvPr id="10" name="Text 8"/>
          <p:cNvSpPr/>
          <p:nvPr/>
        </p:nvSpPr>
        <p:spPr>
          <a:xfrm>
            <a:off x="3343504" y="3429000"/>
            <a:ext cx="2615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Years of experience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33008" y="1965960"/>
            <a:ext cx="2615184" cy="2103120"/>
          </a:xfrm>
          <a:prstGeom prst="roundRect">
            <a:avLst>
              <a:gd name="adj" fmla="val 5217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33008" y="2377440"/>
            <a:ext cx="26151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24/7</a:t>
            </a:r>
            <a:endParaRPr lang="en-US" sz="5000" dirty="0"/>
          </a:p>
        </p:txBody>
      </p:sp>
      <p:sp>
        <p:nvSpPr>
          <p:cNvPr id="13" name="Text 11"/>
          <p:cNvSpPr/>
          <p:nvPr/>
        </p:nvSpPr>
        <p:spPr>
          <a:xfrm>
            <a:off x="6233008" y="3429000"/>
            <a:ext cx="2615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support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9122512" y="1965960"/>
            <a:ext cx="2615184" cy="2103120"/>
          </a:xfrm>
          <a:prstGeom prst="roundRect">
            <a:avLst>
              <a:gd name="adj" fmla="val 5217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22512" y="2377440"/>
            <a:ext cx="26151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Global</a:t>
            </a:r>
            <a:endParaRPr lang="en-US" sz="5000" dirty="0"/>
          </a:p>
        </p:txBody>
      </p:sp>
      <p:sp>
        <p:nvSpPr>
          <p:cNvPr id="16" name="Text 14"/>
          <p:cNvSpPr/>
          <p:nvPr/>
        </p:nvSpPr>
        <p:spPr>
          <a:xfrm>
            <a:off x="9122512" y="3429000"/>
            <a:ext cx="2615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Talent worldwide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4000" y="4617720"/>
            <a:ext cx="11283696" cy="1188720"/>
          </a:xfrm>
          <a:prstGeom prst="roundRect">
            <a:avLst>
              <a:gd name="adj" fmla="val 9231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1200" y="4754880"/>
            <a:ext cx="1036929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“Within 3 months my subscriber count doubled, and my monthly income tripled.”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11200" y="5349240"/>
            <a:ext cx="103692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creator testimonial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6510528"/>
            <a:ext cx="73152" cy="73152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TALENT AGENCY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9601200" y="6419088"/>
            <a:ext cx="1947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  /  13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57784"/>
            <a:ext cx="100584" cy="100584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85216" y="822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growth looks like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58368" y="1600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Representative first-quarter trajectory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4000" y="2148840"/>
            <a:ext cx="2615184" cy="2240280"/>
          </a:xfrm>
          <a:prstGeom prst="roundRect">
            <a:avLst>
              <a:gd name="adj" fmla="val 4898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4000" y="2468880"/>
            <a:ext cx="2615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PAYING FANS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4000" y="2862072"/>
            <a:ext cx="261518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1,200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454000" y="3813048"/>
            <a:ext cx="2615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350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43504" y="2148840"/>
            <a:ext cx="2615184" cy="2240280"/>
          </a:xfrm>
          <a:prstGeom prst="roundRect">
            <a:avLst>
              <a:gd name="adj" fmla="val 4898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43504" y="2468880"/>
            <a:ext cx="2615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REVENUE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343504" y="2862072"/>
            <a:ext cx="261518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$18k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3343504" y="3813048"/>
            <a:ext cx="2615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$4k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2148840"/>
            <a:ext cx="2615184" cy="2240280"/>
          </a:xfrm>
          <a:prstGeom prst="roundRect">
            <a:avLst>
              <a:gd name="adj" fmla="val 4898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33008" y="2468880"/>
            <a:ext cx="2615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 REVENUE / FAN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233008" y="2862072"/>
            <a:ext cx="261518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$15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6233008" y="3813048"/>
            <a:ext cx="2615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 + PPV + tips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122512" y="2148840"/>
            <a:ext cx="2615184" cy="2240280"/>
          </a:xfrm>
          <a:prstGeom prst="roundRect">
            <a:avLst>
              <a:gd name="adj" fmla="val 4898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22512" y="2468880"/>
            <a:ext cx="2615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RESPONSE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122512" y="2862072"/>
            <a:ext cx="261518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&lt;2 min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9122512" y="3813048"/>
            <a:ext cx="2615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24/7 coverage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4000" y="4663440"/>
            <a:ext cx="112836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Representative example based on typical outcomes — actual results vary by creator and niche.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40080" y="6510528"/>
            <a:ext cx="73152" cy="73152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TALENT AGENCY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9601200" y="6419088"/>
            <a:ext cx="1947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  /  13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57784"/>
            <a:ext cx="100584" cy="100584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WORK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85216" y="822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work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454000" y="2011680"/>
            <a:ext cx="2615184" cy="3200400"/>
          </a:xfrm>
          <a:prstGeom prst="roundRect">
            <a:avLst>
              <a:gd name="adj" fmla="val 4196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5752" y="2286000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i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774040" y="3200400"/>
            <a:ext cx="54864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4040" y="3337560"/>
            <a:ext cx="19751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Onboarding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74040" y="3886200"/>
            <a:ext cx="1975104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learn the creator, brand and goals, and assign a dedicated manager.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050896" y="3246120"/>
            <a:ext cx="3108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43504" y="2011680"/>
            <a:ext cx="2615184" cy="3200400"/>
          </a:xfrm>
          <a:prstGeom prst="roundRect">
            <a:avLst>
              <a:gd name="adj" fmla="val 4196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45256" y="2286000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i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400" dirty="0"/>
          </a:p>
        </p:txBody>
      </p:sp>
      <p:sp>
        <p:nvSpPr>
          <p:cNvPr id="13" name="Shape 11"/>
          <p:cNvSpPr/>
          <p:nvPr/>
        </p:nvSpPr>
        <p:spPr>
          <a:xfrm>
            <a:off x="3663544" y="3200400"/>
            <a:ext cx="54864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63544" y="3337560"/>
            <a:ext cx="19751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Strategy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663544" y="3886200"/>
            <a:ext cx="1975104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build a personalized growth and monetization plan.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940400" y="3246120"/>
            <a:ext cx="3108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233008" y="2011680"/>
            <a:ext cx="2615184" cy="3200400"/>
          </a:xfrm>
          <a:prstGeom prst="roundRect">
            <a:avLst>
              <a:gd name="adj" fmla="val 4196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34760" y="2286000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i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400" dirty="0"/>
          </a:p>
        </p:txBody>
      </p:sp>
      <p:sp>
        <p:nvSpPr>
          <p:cNvPr id="19" name="Shape 17"/>
          <p:cNvSpPr/>
          <p:nvPr/>
        </p:nvSpPr>
        <p:spPr>
          <a:xfrm>
            <a:off x="6553048" y="3200400"/>
            <a:ext cx="54864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53048" y="3337560"/>
            <a:ext cx="19751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 &amp; Social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553048" y="3886200"/>
            <a:ext cx="1975104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plan, shoots, and running Instagram, TikTok and X.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8829904" y="3246120"/>
            <a:ext cx="3108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9122512" y="2011680"/>
            <a:ext cx="2615184" cy="3200400"/>
          </a:xfrm>
          <a:prstGeom prst="roundRect">
            <a:avLst>
              <a:gd name="adj" fmla="val 4196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424264" y="2286000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i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400" dirty="0"/>
          </a:p>
        </p:txBody>
      </p:sp>
      <p:sp>
        <p:nvSpPr>
          <p:cNvPr id="25" name="Shape 23"/>
          <p:cNvSpPr/>
          <p:nvPr/>
        </p:nvSpPr>
        <p:spPr>
          <a:xfrm>
            <a:off x="9442552" y="3200400"/>
            <a:ext cx="54864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42552" y="3337560"/>
            <a:ext cx="19751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Growth &amp; Retention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9442552" y="3886200"/>
            <a:ext cx="1975104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Chatting, sales, upsells, analytics and scaling.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40080" y="6510528"/>
            <a:ext cx="73152" cy="73152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29" name="Text 27"/>
          <p:cNvSpPr/>
          <p:nvPr/>
        </p:nvSpPr>
        <p:spPr>
          <a:xfrm>
            <a:off x="822960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TALENT AGENCY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9601200" y="6419088"/>
            <a:ext cx="1947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  /  13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57784"/>
            <a:ext cx="100584" cy="100584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TEAM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85216" y="822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Behind the scenes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495148" y="19659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7756" y="2203704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Account Managers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06044" y="2660904"/>
            <a:ext cx="45720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7756" y="2770632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 the strategy and day-to-day for each creator.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35628" y="19659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28236" y="2203704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OnlyFans Chatters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646524" y="2660904"/>
            <a:ext cx="45720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28236" y="2770632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 and retain fans with 24/7 sales.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176108" y="19659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68716" y="2203704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Social Media Managers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487004" y="2660904"/>
            <a:ext cx="45720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68716" y="2770632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 Instagram, TikTok and X audiences.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95148" y="37033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7756" y="3941064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 Producers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06044" y="4398264"/>
            <a:ext cx="45720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87756" y="4507992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Plan, shoot and edit premium content.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335628" y="37033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28236" y="3941064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Marketing &amp; Traffic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646524" y="4398264"/>
            <a:ext cx="45720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28236" y="4507992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promo, shoutouts and funnels.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176108" y="37033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468716" y="3941064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Analysts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487004" y="4398264"/>
            <a:ext cx="45720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68716" y="4507992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performance and optimize revenue.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40080" y="6510528"/>
            <a:ext cx="73152" cy="73152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0" name="Text 28"/>
          <p:cNvSpPr/>
          <p:nvPr/>
        </p:nvSpPr>
        <p:spPr>
          <a:xfrm>
            <a:off x="822960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TALENT AGENCY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601200" y="6419088"/>
            <a:ext cx="1947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 /  13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57784"/>
            <a:ext cx="100584" cy="100584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PARTNERSHIP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85216" y="822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partner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495148" y="1965960"/>
            <a:ext cx="3520440" cy="2788920"/>
          </a:xfrm>
          <a:prstGeom prst="roundRect">
            <a:avLst>
              <a:gd name="adj" fmla="val 3934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6900" y="2221992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i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815188" y="3136392"/>
            <a:ext cx="54864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5188" y="326440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Performance-based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15188" y="3867912"/>
            <a:ext cx="28803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earn when you earn — our commission is tied directly to your results.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35628" y="1965960"/>
            <a:ext cx="3520440" cy="2788920"/>
          </a:xfrm>
          <a:prstGeom prst="roundRect">
            <a:avLst>
              <a:gd name="adj" fmla="val 3934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37380" y="2221992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i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4400" dirty="0"/>
          </a:p>
        </p:txBody>
      </p:sp>
      <p:sp>
        <p:nvSpPr>
          <p:cNvPr id="12" name="Shape 10"/>
          <p:cNvSpPr/>
          <p:nvPr/>
        </p:nvSpPr>
        <p:spPr>
          <a:xfrm>
            <a:off x="4655668" y="3136392"/>
            <a:ext cx="54864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55668" y="326440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upfront cost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655668" y="3867912"/>
            <a:ext cx="28803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setup or subscription fees. We invest in your growth from day one.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176108" y="1965960"/>
            <a:ext cx="3520440" cy="2788920"/>
          </a:xfrm>
          <a:prstGeom prst="roundRect">
            <a:avLst>
              <a:gd name="adj" fmla="val 3934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77860" y="2221992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i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4400" dirty="0"/>
          </a:p>
        </p:txBody>
      </p:sp>
      <p:sp>
        <p:nvSpPr>
          <p:cNvPr id="17" name="Shape 15"/>
          <p:cNvSpPr/>
          <p:nvPr/>
        </p:nvSpPr>
        <p:spPr>
          <a:xfrm>
            <a:off x="8496148" y="3136392"/>
            <a:ext cx="54864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96148" y="326440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Flexible &amp; confidential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8496148" y="3867912"/>
            <a:ext cx="28803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terms, exclusivity options and full discretion, always.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95148" y="5029200"/>
            <a:ext cx="11201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Commission is tailored to your tier and platform mix. Ask us for a custom proposal.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6510528"/>
            <a:ext cx="73152" cy="73152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TALENT AGENCY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9601200" y="6419088"/>
            <a:ext cx="1947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  /  13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57784"/>
            <a:ext cx="100584" cy="100584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AS TALENT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85216" y="822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AS Talent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495148" y="196596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9468" y="2258568"/>
            <a:ext cx="365760" cy="3657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7" name="Text 5"/>
          <p:cNvSpPr/>
          <p:nvPr/>
        </p:nvSpPr>
        <p:spPr>
          <a:xfrm>
            <a:off x="769468" y="22402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18108" y="22037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Dedicated manager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18108" y="2569464"/>
            <a:ext cx="24688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personal manager and onboarding for every client.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35628" y="196596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09948" y="2258568"/>
            <a:ext cx="365760" cy="3657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12" name="Text 10"/>
          <p:cNvSpPr/>
          <p:nvPr/>
        </p:nvSpPr>
        <p:spPr>
          <a:xfrm>
            <a:off x="4609948" y="22402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158588" y="22037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24/7 support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158588" y="2569464"/>
            <a:ext cx="24688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support team available around the clock.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76108" y="196596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50428" y="2258568"/>
            <a:ext cx="365760" cy="3657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17" name="Text 15"/>
          <p:cNvSpPr/>
          <p:nvPr/>
        </p:nvSpPr>
        <p:spPr>
          <a:xfrm>
            <a:off x="8450428" y="22402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999068" y="22037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Data-driven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999068" y="2569464"/>
            <a:ext cx="24688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Decisions based on analytics and performance metrics.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95148" y="361188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9468" y="3904488"/>
            <a:ext cx="365760" cy="3657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22" name="Text 20"/>
          <p:cNvSpPr/>
          <p:nvPr/>
        </p:nvSpPr>
        <p:spPr>
          <a:xfrm>
            <a:off x="769468" y="3886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318108" y="384962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Creative freedom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318108" y="4215384"/>
            <a:ext cx="24688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create the content — we run the business.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335628" y="361188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09948" y="3904488"/>
            <a:ext cx="365760" cy="3657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27" name="Text 25"/>
          <p:cNvSpPr/>
          <p:nvPr/>
        </p:nvSpPr>
        <p:spPr>
          <a:xfrm>
            <a:off x="4609948" y="3886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158588" y="384962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levels welcome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158588" y="4215384"/>
            <a:ext cx="24688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work with creators at any level, from start to top.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176108" y="361188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450428" y="3904488"/>
            <a:ext cx="365760" cy="3657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2" name="Text 30"/>
          <p:cNvSpPr/>
          <p:nvPr/>
        </p:nvSpPr>
        <p:spPr>
          <a:xfrm>
            <a:off x="8450428" y="3886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999068" y="384962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Global reach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8999068" y="4215384"/>
            <a:ext cx="24688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and influencers worldwide, men and women.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40080" y="6510528"/>
            <a:ext cx="73152" cy="73152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6" name="Text 34"/>
          <p:cNvSpPr/>
          <p:nvPr/>
        </p:nvSpPr>
        <p:spPr>
          <a:xfrm>
            <a:off x="822960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TALENT AGENCY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9601200" y="6419088"/>
            <a:ext cx="1947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 /  13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792224"/>
            <a:ext cx="100584" cy="100584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" name="Text 1"/>
          <p:cNvSpPr/>
          <p:nvPr/>
        </p:nvSpPr>
        <p:spPr>
          <a:xfrm>
            <a:off x="1051560" y="17373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LET'S TALK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2103120"/>
            <a:ext cx="82296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5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Unlock your true</a:t>
            </a:r>
            <a:endParaRPr lang="en-US" sz="5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5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potential.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822960" y="3977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C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 AS Talent Agency and unlock your true potential with us.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822960" y="4800600"/>
            <a:ext cx="3566160" cy="822960"/>
          </a:xfrm>
          <a:prstGeom prst="roundRect">
            <a:avLst>
              <a:gd name="adj" fmla="val 13333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480060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astalentagency.com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 Talent Agency</dc:title>
  <dc:subject>PptxGenJS Presentation</dc:subject>
  <dc:creator>AS Talent Agency</dc:creator>
  <cp:lastModifiedBy>AS Talent Agency</cp:lastModifiedBy>
  <cp:revision>1</cp:revision>
  <dcterms:created xsi:type="dcterms:W3CDTF">2026-08-14T05:03:06Z</dcterms:created>
  <dcterms:modified xsi:type="dcterms:W3CDTF">2026-08-14T05:03:06Z</dcterms:modified>
</cp:coreProperties>
</file>