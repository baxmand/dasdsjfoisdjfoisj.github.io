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AS Talent Agency — full-service creator management: talent, social, OnlyFans,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we are: full-cycle agency, 3+ years, personalized approach, global roster.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Featured selection from a 150+ creator roster. All active on OnlyFans, Instagram, TikTok and 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core services plus supporting capabilities.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numbers and social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Four-step process: onboarding, strategy, content &amp; social, growth &amp;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AS Talent — key advantages.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Contact and call to action.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8930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234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Talent Agency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pPr indent="0" marL="0">
              <a:buNone/>
            </a:pPr>
            <a:r>
              <a:rPr lang="en-US" sz="2000" b="1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a premium creator management house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manage talent, social media and OnlyFans, around the clock —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creators can focus on what they do best.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OnlyFans · Instagram · TikTok · 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are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5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is a leading OnlyFans marketing and management agency. For 3+ years we have helped creators unlock their potential and multiply their income. We run the entire business — from strategy and social media to fan communication — while the creator focuses on content.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3630168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1024128" y="3456432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24128" y="3785616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tailored game plan for every creator — no two are alike.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4526280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0" name="Text 8"/>
          <p:cNvSpPr/>
          <p:nvPr/>
        </p:nvSpPr>
        <p:spPr>
          <a:xfrm>
            <a:off x="1024128" y="4352544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4681728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Turnkey: content, social, chatting and analytics.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422392"/>
            <a:ext cx="137160" cy="1371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3" name="Text 11"/>
          <p:cNvSpPr/>
          <p:nvPr/>
        </p:nvSpPr>
        <p:spPr>
          <a:xfrm>
            <a:off x="1024128" y="52486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24128" y="55778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top models and influencers worldwide.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40880" y="1828800"/>
            <a:ext cx="4526280" cy="4160520"/>
          </a:xfrm>
          <a:prstGeom prst="roundRect">
            <a:avLst>
              <a:gd name="adj" fmla="val 263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19456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 two creators</a:t>
            </a:r>
            <a:endParaRPr lang="en-US" sz="2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alike.”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7360920" y="356616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ship template solutions — the strategy is built around each creator’s brand and goals.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60920" y="461772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48006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562356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creator testimonial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731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Roster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0" y="841248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SELECTION</a:t>
            </a:r>
            <a:endParaRPr lang="en-US" sz="1150" dirty="0"/>
          </a:p>
          <a:p>
            <a:pPr algn="r" indent="0" marL="0">
              <a:lnSpc>
                <a:spcPct val="120000"/>
              </a:lnSpc>
              <a:buNone/>
            </a:pPr>
            <a:r>
              <a:rPr lang="en-US" sz="1150" b="1" spc="50" kern="0" dirty="0">
                <a:solidFill>
                  <a:srgbClr val="8C8C9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a 150+ creator roster</a:t>
            </a:r>
            <a:endParaRPr lang="en-US" sz="1150" dirty="0"/>
          </a:p>
        </p:txBody>
      </p:sp>
      <p:pic>
        <p:nvPicPr>
          <p:cNvPr id="6" name="Image 0" descr="/tmp/claude-0/-home-user-dasdsjfoisdjfoisj-github-io/f756b5b4-9ba5-5f42-afc2-0aa030ec1623/scratchpad/asdeck/assets/p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81328"/>
            <a:ext cx="2604440" cy="260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Anokhina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9224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950" dirty="0"/>
          </a:p>
        </p:txBody>
      </p:sp>
      <p:pic>
        <p:nvPicPr>
          <p:cNvPr id="10" name="Image 1" descr="/tmp/claude-0/-home-user-dasdsjfoisdjfoisj-github-io/f756b5b4-9ba5-5f42-afc2-0aa030ec1623/scratchpad/asdeck/assets/p-el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3392" y="1481328"/>
            <a:ext cx="2604440" cy="260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363392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509696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Elizabeth Vasilenko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509696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950" dirty="0"/>
          </a:p>
        </p:txBody>
      </p:sp>
      <p:pic>
        <p:nvPicPr>
          <p:cNvPr id="14" name="Image 2" descr="/tmp/claude-0/-home-user-dasdsjfoisdjfoisj-github-io/f756b5b4-9ba5-5f42-afc2-0aa030ec1623/scratchpad/asdeck/assets/p-capr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3864" y="1481328"/>
            <a:ext cx="2604440" cy="26044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223864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6370168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Little Caprice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370168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950" dirty="0"/>
          </a:p>
        </p:txBody>
      </p:sp>
      <p:pic>
        <p:nvPicPr>
          <p:cNvPr id="18" name="Image 3" descr="/tmp/claude-0/-home-user-dasdsjfoisdjfoisj-github-io/f756b5b4-9ba5-5f42-afc2-0aa030ec1623/scratchpad/asdeck/assets/p-macc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4335" y="1481328"/>
            <a:ext cx="2604440" cy="26044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9084335" y="1481328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9230639" y="3463976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Macca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9230639" y="3811448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950" dirty="0"/>
          </a:p>
        </p:txBody>
      </p:sp>
      <p:pic>
        <p:nvPicPr>
          <p:cNvPr id="22" name="Image 4" descr="/tmp/claude-0/-home-user-dasdsjfoisdjfoisj-github-io/f756b5b4-9ba5-5f42-afc2-0aa030ec1623/scratchpad/asdeck/assets/p-kur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187952"/>
            <a:ext cx="2604440" cy="260444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502920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649224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Kuri Emi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49224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950" dirty="0"/>
          </a:p>
        </p:txBody>
      </p:sp>
      <p:pic>
        <p:nvPicPr>
          <p:cNvPr id="26" name="Image 5" descr="/tmp/claude-0/-home-user-dasdsjfoisdjfoisj-github-io/f756b5b4-9ba5-5f42-afc2-0aa030ec1623/scratchpad/asdeck/assets/p-qimma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3392" y="4187952"/>
            <a:ext cx="2604440" cy="26044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3363392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28" name="Text 20"/>
          <p:cNvSpPr/>
          <p:nvPr/>
        </p:nvSpPr>
        <p:spPr>
          <a:xfrm>
            <a:off x="3509696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Qimmah Russo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3509696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950" dirty="0"/>
          </a:p>
        </p:txBody>
      </p:sp>
      <p:pic>
        <p:nvPicPr>
          <p:cNvPr id="30" name="Image 6" descr="/tmp/claude-0/-home-user-dasdsjfoisdjfoisj-github-io/f756b5b4-9ba5-5f42-afc2-0aa030ec1623/scratchpad/asdeck/assets/p-chlo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3864" y="4187952"/>
            <a:ext cx="2604440" cy="260444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223864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6370168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Chloe Amour</a:t>
            </a:r>
            <a:endParaRPr lang="en-US" sz="1500" dirty="0"/>
          </a:p>
        </p:txBody>
      </p:sp>
      <p:sp>
        <p:nvSpPr>
          <p:cNvPr id="33" name="Text 24"/>
          <p:cNvSpPr/>
          <p:nvPr/>
        </p:nvSpPr>
        <p:spPr>
          <a:xfrm>
            <a:off x="6370168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950" dirty="0"/>
          </a:p>
        </p:txBody>
      </p:sp>
      <p:pic>
        <p:nvPicPr>
          <p:cNvPr id="34" name="Image 7" descr="/tmp/claude-0/-home-user-dasdsjfoisdjfoisj-github-io/f756b5b4-9ba5-5f42-afc2-0aa030ec1623/scratchpad/asdeck/assets/p-zlat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4335" y="4187952"/>
            <a:ext cx="2604440" cy="260444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9084335" y="4187952"/>
            <a:ext cx="2604440" cy="2604440"/>
          </a:xfrm>
          <a:prstGeom prst="roundRect">
            <a:avLst>
              <a:gd name="adj" fmla="val 5617"/>
            </a:avLst>
          </a:prstGeom>
          <a:solidFill>
            <a:srgbClr val="FFFFFF">
              <a:alpha val="0"/>
            </a:srgbClr>
          </a:solidFill>
          <a:ln w="12700">
            <a:solidFill>
              <a:srgbClr val="FF2E8D">
                <a:alpha val="55000"/>
              </a:srgbClr>
            </a:solidFill>
            <a:prstDash val="solid"/>
          </a:ln>
        </p:spPr>
      </p:sp>
      <p:sp>
        <p:nvSpPr>
          <p:cNvPr id="36" name="Text 26"/>
          <p:cNvSpPr/>
          <p:nvPr/>
        </p:nvSpPr>
        <p:spPr>
          <a:xfrm>
            <a:off x="9230639" y="6170600"/>
            <a:ext cx="2311832" cy="32918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Zlata Sharvarok</a:t>
            </a:r>
            <a:endParaRPr lang="en-US" sz="1500" dirty="0"/>
          </a:p>
        </p:txBody>
      </p:sp>
      <p:sp>
        <p:nvSpPr>
          <p:cNvPr id="37" name="Text 27"/>
          <p:cNvSpPr/>
          <p:nvPr/>
        </p:nvSpPr>
        <p:spPr>
          <a:xfrm>
            <a:off x="9230639" y="6518072"/>
            <a:ext cx="2311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90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81518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518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 OnlyFans Coverage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1518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Round-the-clock OnlyFans operations: chatting, sales, retention and upsells. A dedicated manager for every creator.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738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465566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566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Media Management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5566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and optimizing Instagram, TikTok and X: content plan, traffic and audience growth.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874520"/>
            <a:ext cx="3520440" cy="2880360"/>
          </a:xfrm>
          <a:prstGeom prst="roundRect">
            <a:avLst>
              <a:gd name="adj" fmla="val 381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7860" y="2130552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7" name="Shape 15"/>
          <p:cNvSpPr/>
          <p:nvPr/>
        </p:nvSpPr>
        <p:spPr>
          <a:xfrm>
            <a:off x="8496148" y="3044952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96148" y="3172968"/>
            <a:ext cx="28803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Houses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496148" y="3886200"/>
            <a:ext cx="28803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Shoots and production in our content houses: ideas, quality control and a steady content flow.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9514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113522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33562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0994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5" name="Text 23"/>
          <p:cNvSpPr/>
          <p:nvPr/>
        </p:nvSpPr>
        <p:spPr>
          <a:xfrm>
            <a:off x="497570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176108" y="5074920"/>
            <a:ext cx="3520440" cy="658368"/>
          </a:xfrm>
          <a:prstGeom prst="roundRect">
            <a:avLst>
              <a:gd name="adj" fmla="val 16667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0428" y="5294376"/>
            <a:ext cx="201168" cy="201168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8" name="Text 26"/>
          <p:cNvSpPr/>
          <p:nvPr/>
        </p:nvSpPr>
        <p:spPr>
          <a:xfrm>
            <a:off x="8816188" y="5074920"/>
            <a:ext cx="2697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numbers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4000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150+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454000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on roster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43504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43504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3+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43504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33008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3008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233008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22512" y="1965960"/>
            <a:ext cx="2615184" cy="2103120"/>
          </a:xfrm>
          <a:prstGeom prst="roundRect">
            <a:avLst>
              <a:gd name="adj" fmla="val 5217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22512" y="2377440"/>
            <a:ext cx="261518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9122512" y="3429000"/>
            <a:ext cx="2615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worldwide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4000" y="4617720"/>
            <a:ext cx="11283696" cy="1188720"/>
          </a:xfrm>
          <a:prstGeom prst="roundRect">
            <a:avLst>
              <a:gd name="adj" fmla="val 9231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1200" y="4754880"/>
            <a:ext cx="1036929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“Within 3 months my subscriber count doubled, and my monthly income tripled.”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1200" y="5349240"/>
            <a:ext cx="1036929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creator testimonial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work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54000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5752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774040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4040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4040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learn the creator, brand and goals, and assign a dedicated manager.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43504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45256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3663544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63544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63544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build a personalized growth and monetization plan.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233008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4760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Shape 17"/>
          <p:cNvSpPr/>
          <p:nvPr/>
        </p:nvSpPr>
        <p:spPr>
          <a:xfrm>
            <a:off x="6553048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53048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&amp; Social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53048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plan, shoots, and running Instagram, TikTok and X.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122512" y="2011680"/>
            <a:ext cx="2615184" cy="3200400"/>
          </a:xfrm>
          <a:prstGeom prst="roundRect">
            <a:avLst>
              <a:gd name="adj" fmla="val 4196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24264" y="228600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FF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25" name="Shape 23"/>
          <p:cNvSpPr/>
          <p:nvPr/>
        </p:nvSpPr>
        <p:spPr>
          <a:xfrm>
            <a:off x="9442552" y="3200400"/>
            <a:ext cx="548640" cy="0"/>
          </a:xfrm>
          <a:prstGeom prst="line">
            <a:avLst/>
          </a:prstGeom>
          <a:noFill/>
          <a:ln w="19050">
            <a:solidFill>
              <a:srgbClr val="FF2E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2552" y="3337560"/>
            <a:ext cx="19751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&amp; Retention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442552" y="3886200"/>
            <a:ext cx="197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Chatting, sales, upsells, analytics and scaling.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5029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85216" y="822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AS Talent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9514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946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7" name="Text 5"/>
          <p:cNvSpPr/>
          <p:nvPr/>
        </p:nvSpPr>
        <p:spPr>
          <a:xfrm>
            <a:off x="76946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1810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Dedicated manager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1810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 manager and onboarding for every client.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62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994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2" name="Text 10"/>
          <p:cNvSpPr/>
          <p:nvPr/>
        </p:nvSpPr>
        <p:spPr>
          <a:xfrm>
            <a:off x="460994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5858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24/7 support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15858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support team available around the clock.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76108" y="19659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0428" y="225856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17" name="Text 15"/>
          <p:cNvSpPr/>
          <p:nvPr/>
        </p:nvSpPr>
        <p:spPr>
          <a:xfrm>
            <a:off x="8450428" y="22402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99068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Data-driven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99068" y="256946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based on analytics and performance metrics.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514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2" name="Text 20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1810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freedom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1810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create the content — we run the business.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3562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27" name="Text 25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858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levels welcome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5858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creators at any level, from start to top.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76108" y="361188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2" name="Text 30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99068" y="3849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 reach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99068" y="4215384"/>
            <a:ext cx="246888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influencers worldwide, men and women.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92224"/>
            <a:ext cx="100584" cy="100584"/>
          </a:xfrm>
          <a:prstGeom prst="ellipse">
            <a:avLst/>
          </a:prstGeom>
          <a:solidFill>
            <a:srgbClr val="FF2E8D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17373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Unlock your true</a:t>
            </a:r>
            <a:endParaRPr lang="en-US" sz="5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potential.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AS Talent Agency and unlock your true potential with us.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800600"/>
            <a:ext cx="3566160" cy="822960"/>
          </a:xfrm>
          <a:prstGeom prst="roundRect">
            <a:avLst>
              <a:gd name="adj" fmla="val 13333"/>
            </a:avLst>
          </a:prstGeom>
          <a:solidFill>
            <a:srgbClr val="141418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8006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2026-08-13T22:59:02Z</dcterms:created>
  <dcterms:modified xsi:type="dcterms:W3CDTF">2026-08-13T22:59:02Z</dcterms:modified>
</cp:coreProperties>
</file>