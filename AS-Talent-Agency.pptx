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Обложка. AS Talent Agency — агентство полного цикла: таланты, соцсети, OnlyFans, поддержка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Кто мы: агентство полного цикла, 3+ года, индивидуальный подход, таланты по всему миру.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Наши топ-авторы и их суммарный охват. Присутствие на X, TikTok и Instagram.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ключевые услуги + поддерживающие: чаттинг, контент-план, аналитика.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Ключевые цифры и социальное доказательство.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из 4 шагов: онбординг, стратегия, контент и соцсети, рост и удержание.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Преимущества AS Talent: персональный менеджер, 24/7, аналитика, свобода творчества, любой уровень, глобальный охват.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Контакты и призыв к действию. Сайт: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4.png"/><Relationship Id="rId8" Type="http://schemas.openxmlformats.org/officeDocument/2006/relationships/image" Target="../media/image-3-5.png"/><Relationship Id="rId9" Type="http://schemas.openxmlformats.org/officeDocument/2006/relationships/image" Target="../media/image-3-9.png"/><Relationship Id="rId10" Type="http://schemas.openxmlformats.org/officeDocument/2006/relationships/image" Target="../media/image-3-3.png"/><Relationship Id="rId11" Type="http://schemas.openxmlformats.org/officeDocument/2006/relationships/image" Target="../media/image-3-4.png"/><Relationship Id="rId12" Type="http://schemas.openxmlformats.org/officeDocument/2006/relationships/image" Target="../media/image-3-5.png"/><Relationship Id="rId13" Type="http://schemas.openxmlformats.org/officeDocument/2006/relationships/image" Target="../media/image-3-13.png"/><Relationship Id="rId14" Type="http://schemas.openxmlformats.org/officeDocument/2006/relationships/image" Target="../media/image-3-3.png"/><Relationship Id="rId15" Type="http://schemas.openxmlformats.org/officeDocument/2006/relationships/image" Target="../media/image-3-4.png"/><Relationship Id="rId16" Type="http://schemas.openxmlformats.org/officeDocument/2006/relationships/image" Target="../media/image-3-5.png"/><Relationship Id="rId17" Type="http://schemas.openxmlformats.org/officeDocument/2006/relationships/image" Target="../media/image-3-17.png"/><Relationship Id="rId18" Type="http://schemas.openxmlformats.org/officeDocument/2006/relationships/image" Target="../media/image-3-3.png"/><Relationship Id="rId19" Type="http://schemas.openxmlformats.org/officeDocument/2006/relationships/image" Target="../media/image-3-4.png"/><Relationship Id="rId20" Type="http://schemas.openxmlformats.org/officeDocument/2006/relationships/image" Target="../media/image-3-5.png"/><Relationship Id="rId21" Type="http://schemas.openxmlformats.org/officeDocument/2006/relationships/image" Target="../media/image-3-21.png"/><Relationship Id="rId22" Type="http://schemas.openxmlformats.org/officeDocument/2006/relationships/image" Target="../media/image-3-3.png"/><Relationship Id="rId23" Type="http://schemas.openxmlformats.org/officeDocument/2006/relationships/image" Target="../media/image-3-4.png"/><Relationship Id="rId24" Type="http://schemas.openxmlformats.org/officeDocument/2006/relationships/image" Target="../media/image-3-5.pn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талантами, соцсетями и OnlyFans — 24/7.</a:t>
            </a:r>
            <a:endParaRPr lang="en-US" sz="17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creators unlock their true potential.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мы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2D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— ведущее агентство по маркетингу и менеджменту OnlyFans. Более 3 лет мы помогаем авторам раскрыть потенциал и кратно увеличить доход. Мы берём на себя весь бизнес — от стратегии и соцсетей до общения с фанатами — а автор фокусируется на контенте.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5387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33924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37033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Индивидуальная стратегия под каждого автора — «no two creators are alike».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44531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43068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46177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под ключ: контент, соцсети, чаттинг, аналитика.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53675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97280" y="52212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97280" y="55321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топ-моделями и блогерами по всему миру.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40880" y="1783080"/>
            <a:ext cx="4526280" cy="4206240"/>
          </a:xfrm>
          <a:prstGeom prst="roundRect">
            <a:avLst>
              <a:gd name="adj" fmla="val 2609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21488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two creators</a:t>
            </a:r>
            <a:endParaRPr lang="en-US" sz="2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alike.”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7360920" y="342900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используем шаблонные решения — стратегия строится под бренд и цели каждого автора.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60920" y="452628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470916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количество подписчиков удвоилось, а доход вырос втрое.»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60920" y="5532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отзыв автора / creator testimonial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  /  НАШИ ТАЛАНТЫ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6858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800" dirty="0"/>
          </a:p>
        </p:txBody>
      </p:sp>
      <p:pic>
        <p:nvPicPr>
          <p:cNvPr id="4" name="Image 0" descr="/tmp/claude-0/-home-user-dasdsjfoisdjfoisj-github-io/f756b5b4-9ba5-5f42-afc2-0aa030ec1623/scratchpad/asdeck/assets/av-el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396" y="1508760"/>
            <a:ext cx="1234440" cy="1234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50976" y="281635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VASILENKO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950976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202996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8" name="Image 1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8548" y="3598164"/>
            <a:ext cx="173736" cy="1737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48716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0" name="Image 2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5748" y="3598164"/>
            <a:ext cx="173736" cy="17373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94436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2" name="Image 3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2948" y="3598164"/>
            <a:ext cx="173736" cy="173736"/>
          </a:xfrm>
          <a:prstGeom prst="rect">
            <a:avLst/>
          </a:prstGeom>
        </p:spPr>
      </p:pic>
      <p:pic>
        <p:nvPicPr>
          <p:cNvPr id="13" name="Image 4" descr="/tmp/claude-0/-home-user-dasdsjfoisdjfoisj-github-io/f756b5b4-9ba5-5f42-afc2-0aa030ec1623/scratchpad/asdeck/assets/av-capri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9085" y="1508760"/>
            <a:ext cx="1234440" cy="123444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404665" y="281635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 CAPRICE</a:t>
            </a:r>
            <a:endParaRPr lang="en-US" sz="1500" dirty="0"/>
          </a:p>
        </p:txBody>
      </p:sp>
      <p:sp>
        <p:nvSpPr>
          <p:cNvPr id="15" name="Text 8"/>
          <p:cNvSpPr/>
          <p:nvPr/>
        </p:nvSpPr>
        <p:spPr>
          <a:xfrm>
            <a:off x="4404665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1050" dirty="0"/>
          </a:p>
        </p:txBody>
      </p:sp>
      <p:sp>
        <p:nvSpPr>
          <p:cNvPr id="16" name="Shape 9"/>
          <p:cNvSpPr/>
          <p:nvPr/>
        </p:nvSpPr>
        <p:spPr>
          <a:xfrm>
            <a:off x="5712257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7" name="Image 5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0837" y="3598164"/>
            <a:ext cx="173736" cy="173736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6169457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9" name="Image 6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8037" y="3598164"/>
            <a:ext cx="173736" cy="173736"/>
          </a:xfrm>
          <a:prstGeom prst="rect">
            <a:avLst/>
          </a:prstGeom>
        </p:spPr>
      </p:pic>
      <p:pic>
        <p:nvPicPr>
          <p:cNvPr id="20" name="Image 7" descr="/tmp/claude-0/-home-user-dasdsjfoisdjfoisj-github-io/f756b5b4-9ba5-5f42-afc2-0aa030ec1623/scratchpad/asdeck/assets/av-macc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29116" y="1508760"/>
            <a:ext cx="1234440" cy="123444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7854696" y="281635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MACCA</a:t>
            </a:r>
            <a:endParaRPr lang="en-US" sz="1500" dirty="0"/>
          </a:p>
        </p:txBody>
      </p:sp>
      <p:sp>
        <p:nvSpPr>
          <p:cNvPr id="22" name="Text 12"/>
          <p:cNvSpPr/>
          <p:nvPr/>
        </p:nvSpPr>
        <p:spPr>
          <a:xfrm>
            <a:off x="7854696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1050" dirty="0"/>
          </a:p>
        </p:txBody>
      </p:sp>
      <p:sp>
        <p:nvSpPr>
          <p:cNvPr id="23" name="Shape 13"/>
          <p:cNvSpPr/>
          <p:nvPr/>
        </p:nvSpPr>
        <p:spPr>
          <a:xfrm>
            <a:off x="893368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4" name="Image 8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2268" y="3598164"/>
            <a:ext cx="173736" cy="173736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939088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6" name="Image 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59468" y="3598164"/>
            <a:ext cx="173736" cy="173736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9848088" y="352958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8" name="Image 1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16668" y="3598164"/>
            <a:ext cx="173736" cy="173736"/>
          </a:xfrm>
          <a:prstGeom prst="rect">
            <a:avLst/>
          </a:prstGeom>
        </p:spPr>
      </p:pic>
      <p:pic>
        <p:nvPicPr>
          <p:cNvPr id="29" name="Image 11" descr="/tmp/claude-0/-home-user-dasdsjfoisdjfoisj-github-io/f756b5b4-9ba5-5f42-afc2-0aa030ec1623/scratchpad/asdeck/assets/av-kur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25396" y="4114800"/>
            <a:ext cx="1234440" cy="123444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950976" y="54223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KURI EMI</a:t>
            </a:r>
            <a:endParaRPr lang="en-US" sz="1500" dirty="0"/>
          </a:p>
        </p:txBody>
      </p:sp>
      <p:sp>
        <p:nvSpPr>
          <p:cNvPr id="31" name="Text 17"/>
          <p:cNvSpPr/>
          <p:nvPr/>
        </p:nvSpPr>
        <p:spPr>
          <a:xfrm>
            <a:off x="950976" y="5806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1050" dirty="0"/>
          </a:p>
        </p:txBody>
      </p:sp>
      <p:sp>
        <p:nvSpPr>
          <p:cNvPr id="32" name="Shape 18"/>
          <p:cNvSpPr/>
          <p:nvPr/>
        </p:nvSpPr>
        <p:spPr>
          <a:xfrm>
            <a:off x="202996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3" name="Image 12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98548" y="6204204"/>
            <a:ext cx="173736" cy="173736"/>
          </a:xfrm>
          <a:prstGeom prst="rect">
            <a:avLst/>
          </a:prstGeom>
        </p:spPr>
      </p:pic>
      <p:sp>
        <p:nvSpPr>
          <p:cNvPr id="34" name="Shape 19"/>
          <p:cNvSpPr/>
          <p:nvPr/>
        </p:nvSpPr>
        <p:spPr>
          <a:xfrm>
            <a:off x="248716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5" name="Image 13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55748" y="6204204"/>
            <a:ext cx="173736" cy="173736"/>
          </a:xfrm>
          <a:prstGeom prst="rect">
            <a:avLst/>
          </a:prstGeom>
        </p:spPr>
      </p:pic>
      <p:sp>
        <p:nvSpPr>
          <p:cNvPr id="36" name="Shape 20"/>
          <p:cNvSpPr/>
          <p:nvPr/>
        </p:nvSpPr>
        <p:spPr>
          <a:xfrm>
            <a:off x="294436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7" name="Image 14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12948" y="6204204"/>
            <a:ext cx="173736" cy="173736"/>
          </a:xfrm>
          <a:prstGeom prst="rect">
            <a:avLst/>
          </a:prstGeom>
        </p:spPr>
      </p:pic>
      <p:pic>
        <p:nvPicPr>
          <p:cNvPr id="38" name="Image 15" descr="/tmp/claude-0/-home-user-dasdsjfoisdjfoisj-github-io/f756b5b4-9ba5-5f42-afc2-0aa030ec1623/scratchpad/asdeck/assets/av-qimmah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79085" y="4114800"/>
            <a:ext cx="1234440" cy="1234440"/>
          </a:xfrm>
          <a:prstGeom prst="rect">
            <a:avLst/>
          </a:prstGeom>
        </p:spPr>
      </p:pic>
      <p:sp>
        <p:nvSpPr>
          <p:cNvPr id="39" name="Text 21"/>
          <p:cNvSpPr/>
          <p:nvPr/>
        </p:nvSpPr>
        <p:spPr>
          <a:xfrm>
            <a:off x="4404665" y="54223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QIMMAH RUSSO</a:t>
            </a:r>
            <a:endParaRPr lang="en-US" sz="1500" dirty="0"/>
          </a:p>
        </p:txBody>
      </p:sp>
      <p:sp>
        <p:nvSpPr>
          <p:cNvPr id="40" name="Text 22"/>
          <p:cNvSpPr/>
          <p:nvPr/>
        </p:nvSpPr>
        <p:spPr>
          <a:xfrm>
            <a:off x="4404665" y="5806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1050" dirty="0"/>
          </a:p>
        </p:txBody>
      </p:sp>
      <p:sp>
        <p:nvSpPr>
          <p:cNvPr id="41" name="Shape 23"/>
          <p:cNvSpPr/>
          <p:nvPr/>
        </p:nvSpPr>
        <p:spPr>
          <a:xfrm>
            <a:off x="5483657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2" name="Image 16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52237" y="6204204"/>
            <a:ext cx="173736" cy="173736"/>
          </a:xfrm>
          <a:prstGeom prst="rect">
            <a:avLst/>
          </a:prstGeom>
        </p:spPr>
      </p:pic>
      <p:sp>
        <p:nvSpPr>
          <p:cNvPr id="43" name="Shape 24"/>
          <p:cNvSpPr/>
          <p:nvPr/>
        </p:nvSpPr>
        <p:spPr>
          <a:xfrm>
            <a:off x="5940857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4" name="Image 17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09437" y="6204204"/>
            <a:ext cx="173736" cy="173736"/>
          </a:xfrm>
          <a:prstGeom prst="rect">
            <a:avLst/>
          </a:prstGeom>
        </p:spPr>
      </p:pic>
      <p:sp>
        <p:nvSpPr>
          <p:cNvPr id="45" name="Shape 25"/>
          <p:cNvSpPr/>
          <p:nvPr/>
        </p:nvSpPr>
        <p:spPr>
          <a:xfrm>
            <a:off x="6398057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6" name="Image 18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66637" y="6204204"/>
            <a:ext cx="173736" cy="173736"/>
          </a:xfrm>
          <a:prstGeom prst="rect">
            <a:avLst/>
          </a:prstGeom>
        </p:spPr>
      </p:pic>
      <p:pic>
        <p:nvPicPr>
          <p:cNvPr id="47" name="Image 19" descr="/tmp/claude-0/-home-user-dasdsjfoisdjfoisj-github-io/f756b5b4-9ba5-5f42-afc2-0aa030ec1623/scratchpad/asdeck/assets/av-chlo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929116" y="4114800"/>
            <a:ext cx="1234440" cy="1234440"/>
          </a:xfrm>
          <a:prstGeom prst="rect">
            <a:avLst/>
          </a:prstGeom>
        </p:spPr>
      </p:pic>
      <p:sp>
        <p:nvSpPr>
          <p:cNvPr id="48" name="Text 26"/>
          <p:cNvSpPr/>
          <p:nvPr/>
        </p:nvSpPr>
        <p:spPr>
          <a:xfrm>
            <a:off x="7854696" y="54223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CHLOE AMOUR</a:t>
            </a:r>
            <a:endParaRPr lang="en-US" sz="1500" dirty="0"/>
          </a:p>
        </p:txBody>
      </p:sp>
      <p:sp>
        <p:nvSpPr>
          <p:cNvPr id="49" name="Text 27"/>
          <p:cNvSpPr/>
          <p:nvPr/>
        </p:nvSpPr>
        <p:spPr>
          <a:xfrm>
            <a:off x="7854696" y="5806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1050" dirty="0"/>
          </a:p>
        </p:txBody>
      </p:sp>
      <p:sp>
        <p:nvSpPr>
          <p:cNvPr id="50" name="Shape 28"/>
          <p:cNvSpPr/>
          <p:nvPr/>
        </p:nvSpPr>
        <p:spPr>
          <a:xfrm>
            <a:off x="893368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1" name="Image 20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002268" y="6204204"/>
            <a:ext cx="173736" cy="173736"/>
          </a:xfrm>
          <a:prstGeom prst="rect">
            <a:avLst/>
          </a:prstGeom>
        </p:spPr>
      </p:pic>
      <p:sp>
        <p:nvSpPr>
          <p:cNvPr id="52" name="Shape 29"/>
          <p:cNvSpPr/>
          <p:nvPr/>
        </p:nvSpPr>
        <p:spPr>
          <a:xfrm>
            <a:off x="939088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3" name="Image 21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459468" y="6204204"/>
            <a:ext cx="173736" cy="173736"/>
          </a:xfrm>
          <a:prstGeom prst="rect">
            <a:avLst/>
          </a:prstGeom>
        </p:spPr>
      </p:pic>
      <p:sp>
        <p:nvSpPr>
          <p:cNvPr id="54" name="Shape 30"/>
          <p:cNvSpPr/>
          <p:nvPr/>
        </p:nvSpPr>
        <p:spPr>
          <a:xfrm>
            <a:off x="9848088" y="6135624"/>
            <a:ext cx="310896" cy="310896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5" name="Image 22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916668" y="6204204"/>
            <a:ext cx="173736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9514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1518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1518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OnlyFans Coverage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1518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Круглосуточное ведение OnlyFans: чаттинг, продажи, удержание и апселлы. Персональный менеджер у каждого автора.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562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5566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5566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Management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5566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Ведение и оптимизация Instagram, TikTok и X: контент-план, трафик и рост аудитории.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7610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9614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9614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Houses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9614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Съёмки и продакшн в контент-хаусах: идеи, контроль качества и стабильный поток контента.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9514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118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8" name="Text 16"/>
          <p:cNvSpPr/>
          <p:nvPr/>
        </p:nvSpPr>
        <p:spPr>
          <a:xfrm>
            <a:off x="115351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 &amp; Sales / Чаттинг и продажи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3562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9166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1" name="Text 19"/>
          <p:cNvSpPr/>
          <p:nvPr/>
        </p:nvSpPr>
        <p:spPr>
          <a:xfrm>
            <a:off x="499399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Planning / Контент-план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7610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3214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4" name="Text 22"/>
          <p:cNvSpPr/>
          <p:nvPr/>
        </p:nvSpPr>
        <p:spPr>
          <a:xfrm>
            <a:off x="883447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Growth / Аналитика и рост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Цифры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4000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4000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33M+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4000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audience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4000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Суммарная аудитория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43504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3504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43504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creators featured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43504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Топ-авторов в подборке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33008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233008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33008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Года опыта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22512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2512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9122512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22512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Поддержка без выходных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4000" y="4572000"/>
            <a:ext cx="11283696" cy="1234440"/>
          </a:xfrm>
          <a:prstGeom prst="roundRect">
            <a:avLst>
              <a:gd name="adj" fmla="val 8889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1200" y="4754880"/>
            <a:ext cx="10369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“Within 3 months my subscriber count doubled, and my monthly income tripled.”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1200" y="5303520"/>
            <a:ext cx="10369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подписчики удвоились, а доход вырос втрое.» — отзыв автора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мы работаем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4000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4040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4040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4040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4040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Знакомство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4040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Изучаем автора, бренд и цели. Закрепляем персонального менеджера.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43504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63544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63544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63544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44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63544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Строим индивидуальный план роста и монетизации.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33008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53048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53048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553048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&amp; Social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53048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и соцсети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53048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Контент-план, съёмки, ведение Instagram, TikTok и X.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122512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42552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442552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442552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Retention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442552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и удержание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442552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Чаттинг, продажи, апселлы, аналитика и масштабирование.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9514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946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946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1810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manager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1810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Персональный менеджер и обучение для каждого клиента.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562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994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0994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5858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support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5858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поддержки на связи круглосуточно.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610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042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5042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9906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9906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 на основе аналитики и метрик эффективности.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514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1810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freedom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1810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создаёте контент — мы берём на себя бизнес.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3562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5858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levels welcome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15858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авторами любого уровня — от старта до топа.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7610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99906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reach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9906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и блогеры по всему миру, мужчины и женщины.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  /  ДАВАЙТЕ РАБОТАТЬ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103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your true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Присоединяйся к AS Talent Agency — и раскрой свой потенциал вместе с нами.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3108960" cy="822960"/>
          </a:xfrm>
          <a:prstGeom prst="roundRect">
            <a:avLst>
              <a:gd name="adj" fmla="val 13333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069080" y="4709160"/>
            <a:ext cx="3108960" cy="822960"/>
          </a:xfrm>
          <a:prstGeom prst="roundRect">
            <a:avLst>
              <a:gd name="adj" fmla="val 13333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@astalentagency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2026-08-13T21:52:50Z</dcterms:created>
  <dcterms:modified xsi:type="dcterms:W3CDTF">2026-08-13T21:52:50Z</dcterms:modified>
</cp:coreProperties>
</file>