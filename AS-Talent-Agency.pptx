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AS Talent Agency — full-service creator management: talent, social, OnlyFans,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we are: full-cycle agency, 3+ years, personalized approach, global roster.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Featured selection from a 150+ creator roster. All active on OnlyFans, Instagram, TikTok and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core services plus supporting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Platforms we manage and the role each plays in the funnel.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included in full-service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numbers and social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Representative growth example. Replace with real client numbers where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Four-step process: onboarding, strategy, content &amp; social, growth &amp;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that make full-service management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Partnership model: performance-based, no upfront, flexible and confidential.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AS Talent — key advantages.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and call to action.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8930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Talent Agency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pPr indent="0" marL="0">
              <a:buNone/>
            </a:pPr>
            <a:r>
              <a:rPr lang="en-US" sz="2000" b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a premium creator management house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manage talent, social media and OnlyFans, around the clock —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creators can focus on what they do best.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OnlyFans · Instagram · TikTok · 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is a leading OnlyFans marketing and management agency. For 3+ years we have helped creators unlock their potential and multiply their income. We run the entire business — from strategy and social media to fan communication — while the creator focuses on content.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3630168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3456432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3785616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tailored game plan for every creator — no two are alike.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526280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4352544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468172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Turnkey: content, social, chatting and analytics.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22392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52486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55778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top models and influencers worldwide.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0" y="182880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19456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two creators</a:t>
            </a:r>
            <a:endParaRPr lang="en-US" sz="2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alike.”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736092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ship template solutions — the strategy is built around each creator’s brand and goals.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60920" y="461772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48006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5623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creator testimonial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/  13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731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Roster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0" y="841248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SELECTION</a:t>
            </a:r>
            <a:endParaRPr lang="en-US" sz="115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a 150+ creator roster</a:t>
            </a:r>
            <a:endParaRPr lang="en-US" sz="1150" dirty="0"/>
          </a:p>
        </p:txBody>
      </p:sp>
      <p:pic>
        <p:nvPicPr>
          <p:cNvPr id="6" name="Image 0" descr="/tmp/claude-0/-home-user-dasdsjfoisdjfoisj-github-io/f756b5b4-9ba5-5f42-afc2-0aa030ec1623/scratchpad/asdeck/assets/p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2604440" cy="260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Anokhina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9224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950" dirty="0"/>
          </a:p>
        </p:txBody>
      </p:sp>
      <p:pic>
        <p:nvPicPr>
          <p:cNvPr id="10" name="Image 1" descr="/tmp/claude-0/-home-user-dasdsjfoisdjfoisj-github-io/f756b5b4-9ba5-5f42-afc2-0aa030ec1623/scratchpad/asdeck/assets/p-el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392" y="1481328"/>
            <a:ext cx="2604440" cy="260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63392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509696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Vasilenko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09696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950" dirty="0"/>
          </a:p>
        </p:txBody>
      </p:sp>
      <p:pic>
        <p:nvPicPr>
          <p:cNvPr id="14" name="Image 2" descr="/tmp/claude-0/-home-user-dasdsjfoisdjfoisj-github-io/f756b5b4-9ba5-5f42-afc2-0aa030ec1623/scratchpad/asdeck/assets/p-capr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864" y="1481328"/>
            <a:ext cx="2604440" cy="26044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23864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370168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Little Caprice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370168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950" dirty="0"/>
          </a:p>
        </p:txBody>
      </p:sp>
      <p:pic>
        <p:nvPicPr>
          <p:cNvPr id="18" name="Image 3" descr="/tmp/claude-0/-home-user-dasdsjfoisdjfoisj-github-io/f756b5b4-9ba5-5f42-afc2-0aa030ec1623/scratchpad/asdeck/assets/p-macc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335" y="1481328"/>
            <a:ext cx="2604440" cy="26044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084335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9230639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Macca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9230639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950" dirty="0"/>
          </a:p>
        </p:txBody>
      </p:sp>
      <p:pic>
        <p:nvPicPr>
          <p:cNvPr id="22" name="Image 4" descr="/tmp/claude-0/-home-user-dasdsjfoisdjfoisj-github-io/f756b5b4-9ba5-5f42-afc2-0aa030ec1623/scratchpad/asdeck/assets/p-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187952"/>
            <a:ext cx="2604440" cy="260444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502920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49224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Kuri Emi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950" dirty="0"/>
          </a:p>
        </p:txBody>
      </p:sp>
      <p:pic>
        <p:nvPicPr>
          <p:cNvPr id="26" name="Image 5" descr="/tmp/claude-0/-home-user-dasdsjfoisdjfoisj-github-io/f756b5b4-9ba5-5f42-afc2-0aa030ec1623/scratchpad/asdeck/assets/p-qimma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3392" y="4187952"/>
            <a:ext cx="2604440" cy="26044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3363392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8" name="Text 20"/>
          <p:cNvSpPr/>
          <p:nvPr/>
        </p:nvSpPr>
        <p:spPr>
          <a:xfrm>
            <a:off x="3509696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Qimmah Russo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3509696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950" dirty="0"/>
          </a:p>
        </p:txBody>
      </p:sp>
      <p:pic>
        <p:nvPicPr>
          <p:cNvPr id="30" name="Image 6" descr="/tmp/claude-0/-home-user-dasdsjfoisdjfoisj-github-io/f756b5b4-9ba5-5f42-afc2-0aa030ec1623/scratchpad/asdeck/assets/p-chlo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3864" y="4187952"/>
            <a:ext cx="2604440" cy="260444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223864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6370168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Chloe Amour</a:t>
            </a:r>
            <a:endParaRPr lang="en-US" sz="1500" dirty="0"/>
          </a:p>
        </p:txBody>
      </p:sp>
      <p:sp>
        <p:nvSpPr>
          <p:cNvPr id="33" name="Text 24"/>
          <p:cNvSpPr/>
          <p:nvPr/>
        </p:nvSpPr>
        <p:spPr>
          <a:xfrm>
            <a:off x="6370168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950" dirty="0"/>
          </a:p>
        </p:txBody>
      </p:sp>
      <p:pic>
        <p:nvPicPr>
          <p:cNvPr id="34" name="Image 7" descr="/tmp/claude-0/-home-user-dasdsjfoisdjfoisj-github-io/f756b5b4-9ba5-5f42-afc2-0aa030ec1623/scratchpad/asdeck/assets/p-zlat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4335" y="4187952"/>
            <a:ext cx="2604440" cy="260444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9084335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6" name="Text 26"/>
          <p:cNvSpPr/>
          <p:nvPr/>
        </p:nvSpPr>
        <p:spPr>
          <a:xfrm>
            <a:off x="9230639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Zlata Sharvarok</a:t>
            </a:r>
            <a:endParaRPr lang="en-US" sz="1500" dirty="0"/>
          </a:p>
        </p:txBody>
      </p:sp>
      <p:sp>
        <p:nvSpPr>
          <p:cNvPr id="37" name="Text 27"/>
          <p:cNvSpPr/>
          <p:nvPr/>
        </p:nvSpPr>
        <p:spPr>
          <a:xfrm>
            <a:off x="9230639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 OnlyFans Coverage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Round-the-clock OnlyFans operations: chatting, sales, retention and upsells. A dedicated manager for every creator.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 Management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and optimizing Instagram, TikTok and X: content plan, traffic and audience growth.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Houses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Shoots and production in our content houses: ideas, quality control and a steady content flow.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9514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113522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3562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0994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5" name="Text 23"/>
          <p:cNvSpPr/>
          <p:nvPr/>
        </p:nvSpPr>
        <p:spPr>
          <a:xfrm>
            <a:off x="497570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7610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042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8" name="Text 26"/>
          <p:cNvSpPr/>
          <p:nvPr/>
        </p:nvSpPr>
        <p:spPr>
          <a:xfrm>
            <a:off x="881618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/  13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grow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518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3347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monetization: subscriptions, PPV and tips.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566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67395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66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funnel: Reels, stories and audience growth.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10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9614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51443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614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Top-of-funnel reach and viral discovery.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514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518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(Twitter)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3347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18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NSFW-friendly promo and warm inbound traffic.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3562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566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Reddit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67395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5566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community traffic straight to your page.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7610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614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Fansly &amp; more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51443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9614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platforms and backup accounts.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/  13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included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setup &amp; optimization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2752344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7066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strategy &amp; scheduling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353872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5387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493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chatting &amp; sales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4325112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325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4279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PPV &amp; upsell campaigns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22960" y="5111496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1114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 retention &amp; win-back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355080" y="1965960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growth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355080" y="2752344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03720" y="27066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promo &amp; shoutouts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355080" y="353872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35387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03720" y="3493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weekly reporting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6355080" y="4325112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4325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03720" y="4279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brand development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6355080" y="5111496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3" name="Text 31"/>
          <p:cNvSpPr/>
          <p:nvPr/>
        </p:nvSpPr>
        <p:spPr>
          <a:xfrm>
            <a:off x="6355080" y="51114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03720" y="50657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account safety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 /  13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numbers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4000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4000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on roster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43504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43504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3008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233008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22512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22512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9122512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worldwide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4000" y="4617720"/>
            <a:ext cx="11283696" cy="1188720"/>
          </a:xfrm>
          <a:prstGeom prst="roundRect">
            <a:avLst>
              <a:gd name="adj" fmla="val 9231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1200" y="4754880"/>
            <a:ext cx="103692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“Within 3 months my subscriber count doubled, and my monthly income tripled.”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1200" y="5349240"/>
            <a:ext cx="10369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creator testimonial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 /  13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growth looks like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" y="1600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 first-quarter trajectory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4000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4000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4000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9,000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4000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2,000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3504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3504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43504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$18k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343504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$4k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3008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 RETENTION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33008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+60%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233008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baseline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22512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22512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RESPONSE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22512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 min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9122512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coverage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4000" y="4663440"/>
            <a:ext cx="11283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 example based on typical outcomes — actual results vary by creator and niche.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 /  13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5752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4040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4040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4040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learn the creator, brand and goals, and assign a dedicated manager.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45256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3663544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3544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63544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build a personalized growth and monetization plan.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3008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4760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Shape 17"/>
          <p:cNvSpPr/>
          <p:nvPr/>
        </p:nvSpPr>
        <p:spPr>
          <a:xfrm>
            <a:off x="6553048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3048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&amp; Social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53048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plan, shoots, and running Instagram, TikTok and X.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22512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24264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Shape 23"/>
          <p:cNvSpPr/>
          <p:nvPr/>
        </p:nvSpPr>
        <p:spPr>
          <a:xfrm>
            <a:off x="9442552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2552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&amp; Retention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442552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Chatting, sales, upsells, analytics and scaling.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  /  13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Behind the scenes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775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 Managers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604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775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strategy and day-to-day for each creator.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562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823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 Chatters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4652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and retain fans with 24/7 sales.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610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6871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 Managers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8700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6871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Instagram, TikTok and X audiences.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514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775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Producers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604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775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Plan, shoot and edit premium content.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3562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2823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&amp; Traffic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4652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2823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promo, shoutouts and funnels.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7610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6871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48700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6871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performance and optimize revenue.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 /  13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partner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Performance-based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earn when you earn — our commission is tied directly to your results.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upfront cost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setup or subscription fees. We invest in your growth from day one.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Flexible &amp; confidential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terms, exclusivity options and full discretion, always.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5148" y="502920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is tailored to your tier and platform mix. Ask us for a custom proposal.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 / 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AS Talent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46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76946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1810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Dedicated manager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1810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 manager and onboarding for every client.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994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460994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5858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 support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5858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support team available around the clock.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042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7" name="Text 15"/>
          <p:cNvSpPr/>
          <p:nvPr/>
        </p:nvSpPr>
        <p:spPr>
          <a:xfrm>
            <a:off x="845042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9906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Data-driven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9906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based on analytics and performance metrics.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514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810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freedom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1810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create the content — we run the business.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3562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858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levels welcome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5858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creators at any level, from start to top.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7610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2" name="Text 30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906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reach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9906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influencers worldwide, men and women.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 / 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9222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737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Unlock your true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AS Talent Agency and unlock your true potential with us.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566160" cy="822960"/>
          </a:xfrm>
          <a:prstGeom prst="roundRect">
            <a:avLst>
              <a:gd name="adj" fmla="val 13333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2026-08-14T04:49:28Z</dcterms:created>
  <dcterms:modified xsi:type="dcterms:W3CDTF">2026-08-14T04:49:28Z</dcterms:modified>
</cp:coreProperties>
</file>